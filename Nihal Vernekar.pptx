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04" r:id="rId4"/>
    <p:sldMasterId id="2147483957" r:id="rId5"/>
  </p:sldMasterIdLst>
  <p:notesMasterIdLst>
    <p:notesMasterId r:id="rId7"/>
  </p:notesMasterIdLst>
  <p:handoutMasterIdLst>
    <p:handoutMasterId r:id="rId8"/>
  </p:handoutMasterIdLst>
  <p:sldIdLst>
    <p:sldId id="1989" r:id="rId6"/>
  </p:sldIdLst>
  <p:sldSz cx="12192000" cy="6858000"/>
  <p:notesSz cx="6858000" cy="9144000"/>
  <p:custDataLst>
    <p:tags r:id="rId9"/>
  </p:custDataLst>
  <p:defaultTex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gemini Masters" id="{4E249A1C-D928-4AC0-A77C-65440B7A141B}">
          <p14:sldIdLst>
            <p14:sldId id="1989"/>
          </p14:sldIdLst>
        </p14:section>
      </p14:sectionLst>
    </p:ext>
    <p:ext uri="{EFAFB233-063F-42B5-8137-9DF3F51BA10A}">
      <p15:sldGuideLst xmlns:p15="http://schemas.microsoft.com/office/powerpoint/2012/main">
        <p15:guide id="5" orient="horz" pos="2341" userDrawn="1">
          <p15:clr>
            <a:srgbClr val="A4A3A4"/>
          </p15:clr>
        </p15:guide>
        <p15:guide id="7" pos="365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1F497D"/>
    <a:srgbClr val="0B79AA"/>
    <a:srgbClr val="CAD1A1"/>
    <a:srgbClr val="4BACC6"/>
    <a:srgbClr val="AABED2"/>
    <a:srgbClr val="0070AD"/>
    <a:srgbClr val="FF7E83"/>
    <a:srgbClr val="2B0A3D"/>
    <a:srgbClr val="00C3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50A7E9-CB84-4BF0-AD9D-B7BA5EC23CA2}" v="3" dt="2021-05-24T05:32:37.184"/>
    <p1510:client id="{BDA56503-2F5F-4890-A981-3E802E3B1002}" v="206" dt="2021-05-23T16:16:25.11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71" autoAdjust="0"/>
    <p:restoredTop sz="93792" autoAdjust="0"/>
  </p:normalViewPr>
  <p:slideViewPr>
    <p:cSldViewPr>
      <p:cViewPr varScale="1">
        <p:scale>
          <a:sx n="62" d="100"/>
          <a:sy n="62" d="100"/>
        </p:scale>
        <p:origin x="792" y="56"/>
      </p:cViewPr>
      <p:guideLst>
        <p:guide orient="horz" pos="2341"/>
        <p:guide pos="3659"/>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 d="1"/>
        <a:sy n="1" d="1"/>
      </p:scale>
      <p:origin x="0" y="0"/>
    </p:cViewPr>
  </p:sorterViewPr>
  <p:notesViewPr>
    <p:cSldViewPr>
      <p:cViewPr varScale="1">
        <p:scale>
          <a:sx n="74" d="100"/>
          <a:sy n="74" d="100"/>
        </p:scale>
        <p:origin x="2706" y="6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notesMaster" Target="notesMasters/notesMaster1.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viewProps" Target="viewProps.xml"/><Relationship Id="rId5" Type="http://schemas.openxmlformats.org/officeDocument/2006/relationships/slideMaster" Target="slideMasters/slideMaster2.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tags" Target="tags/tag1.xml"/><Relationship Id="rId14" Type="http://schemas.microsoft.com/office/2015/10/relationships/revisionInfo" Target="revisionInfo.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2.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D8B6225-3E94-4525-8747-A8CEEE07C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PT" sz="900"/>
          </a:p>
        </p:txBody>
      </p:sp>
      <p:sp>
        <p:nvSpPr>
          <p:cNvPr id="3" name="Date Placeholder 2">
            <a:extLst>
              <a:ext uri="{FF2B5EF4-FFF2-40B4-BE49-F238E27FC236}">
                <a16:creationId xmlns:a16="http://schemas.microsoft.com/office/drawing/2014/main" id="{1EE33FD8-B984-44FE-83F0-5C989EE6249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C988DC-9DE3-4390-97AB-D61B85DACE57}" type="datetimeFigureOut">
              <a:rPr lang="pt-PT" sz="900" smtClean="0"/>
              <a:pPr/>
              <a:t>22/06/2022</a:t>
            </a:fld>
            <a:endParaRPr lang="pt-PT" sz="900"/>
          </a:p>
        </p:txBody>
      </p:sp>
      <p:sp>
        <p:nvSpPr>
          <p:cNvPr id="4" name="Footer Placeholder 3">
            <a:extLst>
              <a:ext uri="{FF2B5EF4-FFF2-40B4-BE49-F238E27FC236}">
                <a16:creationId xmlns:a16="http://schemas.microsoft.com/office/drawing/2014/main" id="{88AD1E4F-EFF7-4551-A0B7-35D2A74F4F4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pt-PT" sz="900"/>
          </a:p>
        </p:txBody>
      </p:sp>
      <p:sp>
        <p:nvSpPr>
          <p:cNvPr id="5" name="Slide Number Placeholder 4">
            <a:extLst>
              <a:ext uri="{FF2B5EF4-FFF2-40B4-BE49-F238E27FC236}">
                <a16:creationId xmlns:a16="http://schemas.microsoft.com/office/drawing/2014/main" id="{5C3F35C8-35E9-48DD-971F-B2366CC5B7D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F190BF9-40D8-49B5-87EF-599BB2C7EE93}" type="slidenum">
              <a:rPr lang="pt-PT" sz="900" smtClean="0"/>
              <a:pPr/>
              <a:t>‹#›</a:t>
            </a:fld>
            <a:endParaRPr lang="pt-PT" sz="900"/>
          </a:p>
        </p:txBody>
      </p:sp>
    </p:spTree>
    <p:extLst>
      <p:ext uri="{BB962C8B-B14F-4D97-AF65-F5344CB8AC3E}">
        <p14:creationId xmlns:p14="http://schemas.microsoft.com/office/powerpoint/2010/main" val="36093076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Posição do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900"/>
            </a:lvl1pPr>
          </a:lstStyle>
          <a:p>
            <a:endParaRPr lang="pt-BR"/>
          </a:p>
        </p:txBody>
      </p:sp>
      <p:sp>
        <p:nvSpPr>
          <p:cNvPr id="3" name="Marcador de Posição d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900"/>
            </a:lvl1pPr>
          </a:lstStyle>
          <a:p>
            <a:fld id="{0835B8F7-DAC4-4931-8AED-4356A8B2FD64}" type="datetimeFigureOut">
              <a:rPr lang="pt-BR" smtClean="0"/>
              <a:pPr/>
              <a:t>22/06/2022</a:t>
            </a:fld>
            <a:endParaRPr lang="pt-BR"/>
          </a:p>
        </p:txBody>
      </p:sp>
      <p:sp>
        <p:nvSpPr>
          <p:cNvPr id="4" name="Marcador de Posição da Imagem do Diapositivo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Marcador de Posição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PT" dirty="0"/>
              <a:t>Insert comments</a:t>
            </a:r>
            <a:endParaRPr lang="pt-BR" dirty="0"/>
          </a:p>
        </p:txBody>
      </p:sp>
      <p:sp>
        <p:nvSpPr>
          <p:cNvPr id="6" name="Marcador de Posição do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900"/>
            </a:lvl1pPr>
          </a:lstStyle>
          <a:p>
            <a:endParaRPr lang="pt-BR"/>
          </a:p>
        </p:txBody>
      </p:sp>
      <p:sp>
        <p:nvSpPr>
          <p:cNvPr id="7" name="Marcador de Posição do Número do Diapositivo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900"/>
            </a:lvl1pPr>
          </a:lstStyle>
          <a:p>
            <a:fld id="{C0696B5C-12A0-4042-B4D0-BD3B9A4F58C6}" type="slidenum">
              <a:rPr lang="pt-BR" smtClean="0"/>
              <a:pPr/>
              <a:t>‹#›</a:t>
            </a:fld>
            <a:endParaRPr lang="pt-BR"/>
          </a:p>
        </p:txBody>
      </p:sp>
    </p:spTree>
    <p:extLst>
      <p:ext uri="{BB962C8B-B14F-4D97-AF65-F5344CB8AC3E}">
        <p14:creationId xmlns:p14="http://schemas.microsoft.com/office/powerpoint/2010/main" val="1575338179"/>
      </p:ext>
    </p:extLst>
  </p:cSld>
  <p:clrMap bg1="lt1" tx1="dk1" bg2="lt2" tx2="dk2" accent1="accent1" accent2="accent2" accent3="accent3" accent4="accent4" accent5="accent5" accent6="accent6" hlink="hlink" folHlink="folHlink"/>
  <p:notesStyle>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Slide Image Placeholder 1">
            <a:extLst>
              <a:ext uri="{FF2B5EF4-FFF2-40B4-BE49-F238E27FC236}">
                <a16:creationId xmlns:a16="http://schemas.microsoft.com/office/drawing/2014/main" id="{FE8C64E9-6908-4C8D-A34B-006D18F0D63F}"/>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195" name="Notes Placeholder 2">
            <a:extLst>
              <a:ext uri="{FF2B5EF4-FFF2-40B4-BE49-F238E27FC236}">
                <a16:creationId xmlns:a16="http://schemas.microsoft.com/office/drawing/2014/main" id="{9C8E31D1-17D2-4FF9-845C-778BEC269434}"/>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nl-NL" altLang="nl-NL"/>
          </a:p>
        </p:txBody>
      </p:sp>
    </p:spTree>
    <p:extLst>
      <p:ext uri="{BB962C8B-B14F-4D97-AF65-F5344CB8AC3E}">
        <p14:creationId xmlns:p14="http://schemas.microsoft.com/office/powerpoint/2010/main" val="131880949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tags" Target="../tags/tag9.xml"/><Relationship Id="rId7" Type="http://schemas.openxmlformats.org/officeDocument/2006/relationships/image" Target="../media/image1.emf"/><Relationship Id="rId2" Type="http://schemas.openxmlformats.org/officeDocument/2006/relationships/tags" Target="../tags/tag8.xml"/><Relationship Id="rId1" Type="http://schemas.openxmlformats.org/officeDocument/2006/relationships/vmlDrawing" Target="../drawings/vmlDrawing2.vml"/><Relationship Id="rId6" Type="http://schemas.openxmlformats.org/officeDocument/2006/relationships/oleObject" Target="../embeddings/oleObject2.bin"/><Relationship Id="rId5" Type="http://schemas.openxmlformats.org/officeDocument/2006/relationships/slideMaster" Target="../slideMasters/slideMaster1.xml"/><Relationship Id="rId4" Type="http://schemas.openxmlformats.org/officeDocument/2006/relationships/tags" Target="../tags/tag10.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tags" Target="../tags/tag12.xml"/><Relationship Id="rId7" Type="http://schemas.openxmlformats.org/officeDocument/2006/relationships/oleObject" Target="../embeddings/oleObject3.bin"/><Relationship Id="rId2" Type="http://schemas.openxmlformats.org/officeDocument/2006/relationships/tags" Target="../tags/tag11.xml"/><Relationship Id="rId1" Type="http://schemas.openxmlformats.org/officeDocument/2006/relationships/vmlDrawing" Target="../drawings/vmlDrawing3.vml"/><Relationship Id="rId6" Type="http://schemas.openxmlformats.org/officeDocument/2006/relationships/slideMaster" Target="../slideMasters/slideMaster1.xml"/><Relationship Id="rId5" Type="http://schemas.openxmlformats.org/officeDocument/2006/relationships/tags" Target="../tags/tag14.xml"/><Relationship Id="rId4" Type="http://schemas.openxmlformats.org/officeDocument/2006/relationships/tags" Target="../tags/tag13.xml"/></Relationships>
</file>

<file path=ppt/slideLayouts/_rels/slideLayout3.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tags" Target="../tags/tag16.xml"/><Relationship Id="rId7" Type="http://schemas.openxmlformats.org/officeDocument/2006/relationships/oleObject" Target="../embeddings/oleObject4.bin"/><Relationship Id="rId2" Type="http://schemas.openxmlformats.org/officeDocument/2006/relationships/tags" Target="../tags/tag15.xml"/><Relationship Id="rId1" Type="http://schemas.openxmlformats.org/officeDocument/2006/relationships/vmlDrawing" Target="../drawings/vmlDrawing4.vml"/><Relationship Id="rId6" Type="http://schemas.openxmlformats.org/officeDocument/2006/relationships/slideMaster" Target="../slideMasters/slideMaster1.xml"/><Relationship Id="rId5" Type="http://schemas.openxmlformats.org/officeDocument/2006/relationships/tags" Target="../tags/tag18.xml"/><Relationship Id="rId4" Type="http://schemas.openxmlformats.org/officeDocument/2006/relationships/tags" Target="../tags/tag17.xml"/></Relationships>
</file>

<file path=ppt/slideLayouts/_rels/slideLayout4.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20.xml"/><Relationship Id="rId7" Type="http://schemas.openxmlformats.org/officeDocument/2006/relationships/tags" Target="../tags/tag24.xml"/><Relationship Id="rId2" Type="http://schemas.openxmlformats.org/officeDocument/2006/relationships/tags" Target="../tags/tag19.xml"/><Relationship Id="rId1" Type="http://schemas.openxmlformats.org/officeDocument/2006/relationships/vmlDrawing" Target="../drawings/vmlDrawing5.vml"/><Relationship Id="rId6" Type="http://schemas.openxmlformats.org/officeDocument/2006/relationships/tags" Target="../tags/tag23.xml"/><Relationship Id="rId5" Type="http://schemas.openxmlformats.org/officeDocument/2006/relationships/tags" Target="../tags/tag22.xml"/><Relationship Id="rId10" Type="http://schemas.openxmlformats.org/officeDocument/2006/relationships/image" Target="../media/image1.emf"/><Relationship Id="rId4" Type="http://schemas.openxmlformats.org/officeDocument/2006/relationships/tags" Target="../tags/tag21.xml"/><Relationship Id="rId9" Type="http://schemas.openxmlformats.org/officeDocument/2006/relationships/oleObject" Target="../embeddings/oleObject5.bin"/></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tags" Target="../tags/tag26.xml"/><Relationship Id="rId2" Type="http://schemas.openxmlformats.org/officeDocument/2006/relationships/tags" Target="../tags/tag25.xml"/><Relationship Id="rId1" Type="http://schemas.openxmlformats.org/officeDocument/2006/relationships/vmlDrawing" Target="../drawings/vmlDrawing6.vml"/><Relationship Id="rId6" Type="http://schemas.openxmlformats.org/officeDocument/2006/relationships/image" Target="../media/image1.emf"/><Relationship Id="rId5" Type="http://schemas.openxmlformats.org/officeDocument/2006/relationships/oleObject" Target="../embeddings/oleObject6.bin"/><Relationship Id="rId4"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7.xml"/><Relationship Id="rId1" Type="http://schemas.openxmlformats.org/officeDocument/2006/relationships/vmlDrawing" Target="../drawings/vmlDrawing7.vml"/><Relationship Id="rId5" Type="http://schemas.openxmlformats.org/officeDocument/2006/relationships/image" Target="../media/image1.emf"/><Relationship Id="rId4" Type="http://schemas.openxmlformats.org/officeDocument/2006/relationships/oleObject" Target="../embeddings/oleObject7.bin"/></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8.xml"/><Relationship Id="rId1" Type="http://schemas.openxmlformats.org/officeDocument/2006/relationships/vmlDrawing" Target="../drawings/vmlDrawing8.vml"/><Relationship Id="rId5" Type="http://schemas.openxmlformats.org/officeDocument/2006/relationships/image" Target="../media/image2.emf"/><Relationship Id="rId4" Type="http://schemas.openxmlformats.org/officeDocument/2006/relationships/oleObject" Target="../embeddings/oleObject8.bin"/></Relationships>
</file>

<file path=ppt/slideLayouts/_rels/slideLayout14.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9.xml"/><Relationship Id="rId1" Type="http://schemas.openxmlformats.org/officeDocument/2006/relationships/vmlDrawing" Target="../drawings/vmlDrawing9.vml"/><Relationship Id="rId5" Type="http://schemas.openxmlformats.org/officeDocument/2006/relationships/image" Target="../media/image2.emf"/><Relationship Id="rId4" Type="http://schemas.openxmlformats.org/officeDocument/2006/relationships/oleObject" Target="../embeddings/oleObject9.bin"/></Relationships>
</file>

<file path=ppt/slideLayouts/_rels/slideLayout15.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30.xml"/><Relationship Id="rId1" Type="http://schemas.openxmlformats.org/officeDocument/2006/relationships/vmlDrawing" Target="../drawings/vmlDrawing10.vml"/><Relationship Id="rId5" Type="http://schemas.openxmlformats.org/officeDocument/2006/relationships/image" Target="../media/image2.emf"/><Relationship Id="rId4" Type="http://schemas.openxmlformats.org/officeDocument/2006/relationships/oleObject" Target="../embeddings/oleObject10.bin"/></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2.xml"/><Relationship Id="rId1" Type="http://schemas.openxmlformats.org/officeDocument/2006/relationships/vmlDrawing" Target="../drawings/vmlDrawing12.vml"/><Relationship Id="rId5" Type="http://schemas.openxmlformats.org/officeDocument/2006/relationships/image" Target="../media/image2.emf"/><Relationship Id="rId4" Type="http://schemas.openxmlformats.org/officeDocument/2006/relationships/oleObject" Target="../embeddings/oleObject12.bin"/></Relationships>
</file>

<file path=ppt/slideLayouts/_rels/slideLayout2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3.xml"/><Relationship Id="rId1" Type="http://schemas.openxmlformats.org/officeDocument/2006/relationships/vmlDrawing" Target="../drawings/vmlDrawing13.vml"/><Relationship Id="rId5" Type="http://schemas.openxmlformats.org/officeDocument/2006/relationships/image" Target="../media/image2.emf"/><Relationship Id="rId4" Type="http://schemas.openxmlformats.org/officeDocument/2006/relationships/oleObject" Target="../embeddings/oleObject13.bin"/></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8" Type="http://schemas.openxmlformats.org/officeDocument/2006/relationships/hyperlink" Target="http://www.youtube.com/capgeminimedia" TargetMode="External"/><Relationship Id="rId13" Type="http://schemas.openxmlformats.org/officeDocument/2006/relationships/hyperlink" Target="https://www.capgemini.com/insights-data" TargetMode="External"/><Relationship Id="rId3" Type="http://schemas.openxmlformats.org/officeDocument/2006/relationships/image" Target="../media/image5.png"/><Relationship Id="rId7" Type="http://schemas.openxmlformats.org/officeDocument/2006/relationships/image" Target="../media/image7.png"/><Relationship Id="rId12" Type="http://schemas.openxmlformats.org/officeDocument/2006/relationships/image" Target="../media/image10.png"/><Relationship Id="rId2" Type="http://schemas.openxmlformats.org/officeDocument/2006/relationships/hyperlink" Target="http://www.linkedin.com/company/capgemini" TargetMode="External"/><Relationship Id="rId1" Type="http://schemas.openxmlformats.org/officeDocument/2006/relationships/slideMaster" Target="../slideMasters/slideMaster2.xml"/><Relationship Id="rId6" Type="http://schemas.openxmlformats.org/officeDocument/2006/relationships/hyperlink" Target="http://www.twitter.com/capgemini" TargetMode="External"/><Relationship Id="rId11" Type="http://schemas.openxmlformats.org/officeDocument/2006/relationships/image" Target="../media/image9.png"/><Relationship Id="rId5" Type="http://schemas.openxmlformats.org/officeDocument/2006/relationships/image" Target="../media/image6.png"/><Relationship Id="rId10" Type="http://schemas.openxmlformats.org/officeDocument/2006/relationships/hyperlink" Target="http://www.facebook.com/capgemini" TargetMode="External"/><Relationship Id="rId4" Type="http://schemas.openxmlformats.org/officeDocument/2006/relationships/hyperlink" Target="http://www.slideshare.net/capgemini" TargetMode="External"/><Relationship Id="rId9"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4.xml"/><Relationship Id="rId1" Type="http://schemas.openxmlformats.org/officeDocument/2006/relationships/vmlDrawing" Target="../drawings/vmlDrawing14.vml"/><Relationship Id="rId5" Type="http://schemas.openxmlformats.org/officeDocument/2006/relationships/image" Target="../media/image2.emf"/><Relationship Id="rId4" Type="http://schemas.openxmlformats.org/officeDocument/2006/relationships/oleObject" Target="../embeddings/oleObject14.bin"/></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2.xml"/><Relationship Id="rId4"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Content Master">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2"/>
            </p:custDataLst>
          </p:nvPr>
        </p:nvGraphicFramePr>
        <p:xfrm>
          <a:off x="7" y="11"/>
          <a:ext cx="180998" cy="143985"/>
        </p:xfrm>
        <a:graphic>
          <a:graphicData uri="http://schemas.openxmlformats.org/presentationml/2006/ole">
            <mc:AlternateContent xmlns:mc="http://schemas.openxmlformats.org/markup-compatibility/2006">
              <mc:Choice xmlns:v="urn:schemas-microsoft-com:vml" Requires="v">
                <p:oleObj spid="_x0000_s2055"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 y="11"/>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hasCustomPrompt="1"/>
            <p:custDataLst>
              <p:tags r:id="rId3"/>
            </p:custDataLst>
          </p:nvPr>
        </p:nvSpPr>
        <p:spPr/>
        <p:txBody>
          <a:bodyPr/>
          <a:lstStyle>
            <a:lvl1pPr>
              <a:defRPr/>
            </a:lvl1pPr>
          </a:lstStyle>
          <a:p>
            <a:r>
              <a:rPr lang="en-US" noProof="0" dirty="0"/>
              <a:t>Click to edit Master title style</a:t>
            </a:r>
            <a:endParaRPr lang="en-US" dirty="0"/>
          </a:p>
        </p:txBody>
      </p:sp>
      <p:sp>
        <p:nvSpPr>
          <p:cNvPr id="3" name="Content Placeholder 2"/>
          <p:cNvSpPr>
            <a:spLocks noGrp="1"/>
          </p:cNvSpPr>
          <p:nvPr>
            <p:ph idx="1" hasCustomPrompt="1"/>
            <p:custDataLst>
              <p:tags r:id="rId4"/>
            </p:custDataLst>
          </p:nvPr>
        </p:nvSpPr>
        <p:spPr>
          <a:xfrm>
            <a:off x="398021" y="1494771"/>
            <a:ext cx="11793979" cy="4643751"/>
          </a:xfrm>
        </p:spPr>
        <p:txBody>
          <a:bodyPr/>
          <a:lstStyle>
            <a:lvl1pPr>
              <a:defRPr b="0"/>
            </a:lvl1pPr>
            <a:lvl5pPr>
              <a:buNone/>
              <a:defRPr/>
            </a:lvl5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Tree>
    <p:extLst>
      <p:ext uri="{BB962C8B-B14F-4D97-AF65-F5344CB8AC3E}">
        <p14:creationId xmlns:p14="http://schemas.microsoft.com/office/powerpoint/2010/main" val="22121370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2"/>
            </p:custDataLst>
          </p:nvPr>
        </p:nvGraphicFramePr>
        <p:xfrm>
          <a:off x="7" y="11"/>
          <a:ext cx="180998" cy="143985"/>
        </p:xfrm>
        <a:graphic>
          <a:graphicData uri="http://schemas.openxmlformats.org/presentationml/2006/ole">
            <mc:AlternateContent xmlns:mc="http://schemas.openxmlformats.org/markup-compatibility/2006">
              <mc:Choice xmlns:v="urn:schemas-microsoft-com:vml" Requires="v">
                <p:oleObj spid="_x0000_s3079" name="think-cell Slide" r:id="rId7" imgW="360" imgH="360" progId="">
                  <p:embed/>
                </p:oleObj>
              </mc:Choice>
              <mc:Fallback>
                <p:oleObj name="think-cell Slide" r:id="rId7" imgW="360" imgH="360" progId="">
                  <p:embed/>
                  <p:pic>
                    <p:nvPicPr>
                      <p:cNvPr id="4" name="Object 3" hidden="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 y="11"/>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hasCustomPrompt="1"/>
            <p:custDataLst>
              <p:tags r:id="rId3"/>
            </p:custDataLst>
          </p:nvPr>
        </p:nvSpPr>
        <p:spPr/>
        <p:txBody>
          <a:bodyPr/>
          <a:lstStyle>
            <a:lvl1pPr>
              <a:defRPr/>
            </a:lvl1pPr>
          </a:lstStyle>
          <a:p>
            <a:r>
              <a:rPr lang="en-US" noProof="0" dirty="0"/>
              <a:t>Click to edit Master title style</a:t>
            </a:r>
            <a:endParaRPr lang="en-US" dirty="0"/>
          </a:p>
        </p:txBody>
      </p:sp>
      <p:sp>
        <p:nvSpPr>
          <p:cNvPr id="3" name="Content Placeholder 2"/>
          <p:cNvSpPr>
            <a:spLocks noGrp="1"/>
          </p:cNvSpPr>
          <p:nvPr>
            <p:ph idx="1" hasCustomPrompt="1"/>
            <p:custDataLst>
              <p:tags r:id="rId4"/>
            </p:custDataLst>
          </p:nvPr>
        </p:nvSpPr>
        <p:spPr>
          <a:xfrm>
            <a:off x="398021" y="2111956"/>
            <a:ext cx="11793979" cy="4026560"/>
          </a:xfrm>
        </p:spPr>
        <p:txBody>
          <a:bodyPr/>
          <a:lstStyle>
            <a:lvl1pPr>
              <a:defRPr b="0"/>
            </a:lvl1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8" name="Espace réservé du texte 7"/>
          <p:cNvSpPr>
            <a:spLocks noGrp="1"/>
          </p:cNvSpPr>
          <p:nvPr>
            <p:ph type="body" sz="quarter" idx="11" hasCustomPrompt="1"/>
            <p:custDataLst>
              <p:tags r:id="rId5"/>
            </p:custDataLst>
          </p:nvPr>
        </p:nvSpPr>
        <p:spPr>
          <a:xfrm>
            <a:off x="398144" y="1495447"/>
            <a:ext cx="11813714" cy="643612"/>
          </a:xfrm>
        </p:spPr>
        <p:txBody>
          <a:bodyPr/>
          <a:lstStyle>
            <a:lvl1pPr marL="0" indent="0">
              <a:buNone/>
              <a:defRPr b="1">
                <a:solidFill>
                  <a:schemeClr val="accent2"/>
                </a:solidFill>
              </a:defRPr>
            </a:lvl1pPr>
          </a:lstStyle>
          <a:p>
            <a:pPr lvl="0"/>
            <a:r>
              <a:rPr lang="fr-FR" dirty="0"/>
              <a:t>Click to </a:t>
            </a:r>
            <a:r>
              <a:rPr lang="fr-FR" dirty="0" err="1"/>
              <a:t>edit</a:t>
            </a:r>
            <a:r>
              <a:rPr lang="fr-FR" dirty="0"/>
              <a:t> Master </a:t>
            </a:r>
            <a:r>
              <a:rPr lang="fr-FR" dirty="0" err="1"/>
              <a:t>text</a:t>
            </a:r>
            <a:r>
              <a:rPr lang="fr-FR" dirty="0"/>
              <a:t> style</a:t>
            </a:r>
          </a:p>
        </p:txBody>
      </p:sp>
    </p:spTree>
    <p:extLst>
      <p:ext uri="{BB962C8B-B14F-4D97-AF65-F5344CB8AC3E}">
        <p14:creationId xmlns:p14="http://schemas.microsoft.com/office/powerpoint/2010/main" val="842653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2 Contents">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0" y="0"/>
          <a:ext cx="195385" cy="158750"/>
        </p:xfrm>
        <a:graphic>
          <a:graphicData uri="http://schemas.openxmlformats.org/presentationml/2006/ole">
            <mc:AlternateContent xmlns:mc="http://schemas.openxmlformats.org/markup-compatibility/2006">
              <mc:Choice xmlns:v="urn:schemas-microsoft-com:vml" Requires="v">
                <p:oleObj spid="_x0000_s4103" name="think-cell Slide" r:id="rId7" imgW="360" imgH="360" progId="">
                  <p:embed/>
                </p:oleObj>
              </mc:Choice>
              <mc:Fallback>
                <p:oleObj name="think-cell Slide" r:id="rId7" imgW="360" imgH="360" progId="">
                  <p:embed/>
                  <p:pic>
                    <p:nvPicPr>
                      <p:cNvPr id="5" name="Object 4" hidden="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0" y="0"/>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re 1"/>
          <p:cNvSpPr>
            <a:spLocks noGrp="1"/>
          </p:cNvSpPr>
          <p:nvPr>
            <p:ph type="title" hasCustomPrompt="1"/>
            <p:custDataLst>
              <p:tags r:id="rId3"/>
            </p:custDataLst>
          </p:nvPr>
        </p:nvSpPr>
        <p:spPr/>
        <p:txBody>
          <a:bodyPr/>
          <a:lstStyle>
            <a:lvl1pPr>
              <a:defRPr/>
            </a:lvl1pPr>
          </a:lstStyle>
          <a:p>
            <a:pPr lvl="0"/>
            <a:r>
              <a:rPr lang="en-US" noProof="0" dirty="0"/>
              <a:t>Click to edit Master title style</a:t>
            </a:r>
          </a:p>
        </p:txBody>
      </p:sp>
      <p:sp>
        <p:nvSpPr>
          <p:cNvPr id="4" name="Espace réservé du contenu 3"/>
          <p:cNvSpPr>
            <a:spLocks noGrp="1"/>
          </p:cNvSpPr>
          <p:nvPr>
            <p:ph sz="quarter" idx="10" hasCustomPrompt="1"/>
            <p:custDataLst>
              <p:tags r:id="rId4"/>
            </p:custDataLst>
          </p:nvPr>
        </p:nvSpPr>
        <p:spPr>
          <a:xfrm>
            <a:off x="387334" y="1533439"/>
            <a:ext cx="5541093" cy="4715504"/>
          </a:xfrm>
        </p:spPr>
        <p:txBody>
          <a:bodyPr/>
          <a:lstStyle>
            <a:lvl1pPr>
              <a:defRPr sz="2000"/>
            </a:lvl1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6" name="Espace réservé du contenu 5"/>
          <p:cNvSpPr>
            <a:spLocks noGrp="1"/>
          </p:cNvSpPr>
          <p:nvPr>
            <p:ph sz="quarter" idx="11" hasCustomPrompt="1"/>
            <p:custDataLst>
              <p:tags r:id="rId5"/>
            </p:custDataLst>
          </p:nvPr>
        </p:nvSpPr>
        <p:spPr>
          <a:xfrm>
            <a:off x="6181954" y="1533440"/>
            <a:ext cx="5541093" cy="4725584"/>
          </a:xfrm>
        </p:spPr>
        <p:txBody>
          <a:bodyPr/>
          <a:lstStyle>
            <a:lvl1pPr>
              <a:defRPr sz="2000"/>
            </a:lvl1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Tree>
    <p:extLst>
      <p:ext uri="{BB962C8B-B14F-4D97-AF65-F5344CB8AC3E}">
        <p14:creationId xmlns:p14="http://schemas.microsoft.com/office/powerpoint/2010/main" val="42884140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 Contents &amp; Headings">
    <p:spTree>
      <p:nvGrpSpPr>
        <p:cNvPr id="1" name=""/>
        <p:cNvGrpSpPr/>
        <p:nvPr/>
      </p:nvGrpSpPr>
      <p:grpSpPr>
        <a:xfrm>
          <a:off x="0" y="0"/>
          <a:ext cx="0" cy="0"/>
          <a:chOff x="0" y="0"/>
          <a:chExt cx="0" cy="0"/>
        </a:xfrm>
      </p:grpSpPr>
      <p:graphicFrame>
        <p:nvGraphicFramePr>
          <p:cNvPr id="8" name="Object 7" hidden="1"/>
          <p:cNvGraphicFramePr>
            <a:graphicFrameLocks noChangeAspect="1"/>
          </p:cNvGraphicFramePr>
          <p:nvPr>
            <p:custDataLst>
              <p:tags r:id="rId2"/>
            </p:custDataLst>
          </p:nvPr>
        </p:nvGraphicFramePr>
        <p:xfrm>
          <a:off x="0" y="0"/>
          <a:ext cx="195385" cy="158750"/>
        </p:xfrm>
        <a:graphic>
          <a:graphicData uri="http://schemas.openxmlformats.org/presentationml/2006/ole">
            <mc:AlternateContent xmlns:mc="http://schemas.openxmlformats.org/markup-compatibility/2006">
              <mc:Choice xmlns:v="urn:schemas-microsoft-com:vml" Requires="v">
                <p:oleObj spid="_x0000_s5127" name="think-cell Slide" r:id="rId9" imgW="360" imgH="360" progId="">
                  <p:embed/>
                </p:oleObj>
              </mc:Choice>
              <mc:Fallback>
                <p:oleObj name="think-cell Slide" r:id="rId9" imgW="360" imgH="360" progId="">
                  <p:embed/>
                  <p:pic>
                    <p:nvPicPr>
                      <p:cNvPr id="8" name="Object 7" hidden="1"/>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0" y="0"/>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re 1"/>
          <p:cNvSpPr>
            <a:spLocks noGrp="1"/>
          </p:cNvSpPr>
          <p:nvPr>
            <p:ph type="title" hasCustomPrompt="1"/>
            <p:custDataLst>
              <p:tags r:id="rId3"/>
            </p:custDataLst>
          </p:nvPr>
        </p:nvSpPr>
        <p:spPr/>
        <p:txBody>
          <a:bodyPr/>
          <a:lstStyle>
            <a:lvl1pPr>
              <a:defRPr/>
            </a:lvl1pPr>
          </a:lstStyle>
          <a:p>
            <a:pPr lvl="0"/>
            <a:r>
              <a:rPr lang="en-US" noProof="0" dirty="0"/>
              <a:t>Click to edit Master title style</a:t>
            </a:r>
          </a:p>
        </p:txBody>
      </p:sp>
      <p:sp>
        <p:nvSpPr>
          <p:cNvPr id="4" name="Espace réservé du contenu 3"/>
          <p:cNvSpPr>
            <a:spLocks noGrp="1"/>
          </p:cNvSpPr>
          <p:nvPr>
            <p:ph sz="quarter" idx="10" hasCustomPrompt="1"/>
            <p:custDataLst>
              <p:tags r:id="rId4"/>
            </p:custDataLst>
          </p:nvPr>
        </p:nvSpPr>
        <p:spPr>
          <a:xfrm>
            <a:off x="387334" y="2206953"/>
            <a:ext cx="5541093" cy="4041990"/>
          </a:xfrm>
        </p:spPr>
        <p:txBody>
          <a:bodyPr/>
          <a:lstStyle>
            <a:lvl1pPr>
              <a:defRPr sz="1800"/>
            </a:lvl1pPr>
            <a:lvl2pPr>
              <a:defRPr sz="1600"/>
            </a:lvl2pPr>
            <a:lvl3pPr>
              <a:defRPr sz="1400"/>
            </a:lvl3pPr>
            <a:lvl4pPr>
              <a:defRPr sz="1200"/>
            </a:lvl4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6" name="Espace réservé du contenu 5"/>
          <p:cNvSpPr>
            <a:spLocks noGrp="1"/>
          </p:cNvSpPr>
          <p:nvPr>
            <p:ph sz="quarter" idx="11" hasCustomPrompt="1"/>
            <p:custDataLst>
              <p:tags r:id="rId5"/>
            </p:custDataLst>
          </p:nvPr>
        </p:nvSpPr>
        <p:spPr>
          <a:xfrm>
            <a:off x="6181954" y="2208394"/>
            <a:ext cx="5541093" cy="4050630"/>
          </a:xfrm>
        </p:spPr>
        <p:txBody>
          <a:bodyPr/>
          <a:lstStyle>
            <a:lvl1pPr>
              <a:defRPr sz="1800"/>
            </a:lvl1pPr>
            <a:lvl2pPr>
              <a:defRPr sz="1600"/>
            </a:lvl2pPr>
            <a:lvl3pPr>
              <a:defRPr sz="1400"/>
            </a:lvl3pPr>
            <a:lvl4pPr>
              <a:defRPr sz="1200"/>
            </a:lvl4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7" name="Espace réservé du texte 6"/>
          <p:cNvSpPr>
            <a:spLocks noGrp="1"/>
          </p:cNvSpPr>
          <p:nvPr>
            <p:ph type="body" sz="quarter" idx="12" hasCustomPrompt="1"/>
            <p:custDataLst>
              <p:tags r:id="rId6"/>
            </p:custDataLst>
          </p:nvPr>
        </p:nvSpPr>
        <p:spPr>
          <a:xfrm>
            <a:off x="387335" y="1542648"/>
            <a:ext cx="5541093" cy="653034"/>
          </a:xfrm>
        </p:spPr>
        <p:txBody>
          <a:bodyPr anchor="ctr"/>
          <a:lstStyle>
            <a:lvl1pPr algn="ctr">
              <a:buNone/>
              <a:defRPr sz="2200" b="1">
                <a:solidFill>
                  <a:schemeClr val="tx2">
                    <a:lumMod val="50000"/>
                  </a:schemeClr>
                </a:solidFill>
              </a:defRPr>
            </a:lvl1pPr>
            <a:lvl5pPr>
              <a:buNone/>
              <a:defRPr/>
            </a:lvl5pPr>
          </a:lstStyle>
          <a:p>
            <a:pPr lvl="0"/>
            <a:r>
              <a:rPr lang="en-US" noProof="0" dirty="0"/>
              <a:t>Click to edit Master text style</a:t>
            </a:r>
          </a:p>
        </p:txBody>
      </p:sp>
      <p:sp>
        <p:nvSpPr>
          <p:cNvPr id="9" name="Espace réservé du texte 8"/>
          <p:cNvSpPr>
            <a:spLocks noGrp="1"/>
          </p:cNvSpPr>
          <p:nvPr>
            <p:ph type="body" sz="quarter" idx="13" hasCustomPrompt="1"/>
            <p:custDataLst>
              <p:tags r:id="rId7"/>
            </p:custDataLst>
          </p:nvPr>
        </p:nvSpPr>
        <p:spPr>
          <a:xfrm>
            <a:off x="6182332" y="1533439"/>
            <a:ext cx="5541093" cy="653034"/>
          </a:xfrm>
        </p:spPr>
        <p:txBody>
          <a:bodyPr anchor="ctr"/>
          <a:lstStyle>
            <a:lvl1pPr algn="ctr">
              <a:buNone/>
              <a:defRPr lang="fr-FR" sz="2200" b="1" kern="1200" noProof="0" dirty="0" smtClean="0">
                <a:solidFill>
                  <a:schemeClr val="tx2">
                    <a:lumMod val="50000"/>
                  </a:schemeClr>
                </a:solidFill>
                <a:latin typeface="+mn-lt"/>
                <a:ea typeface="+mn-ea"/>
                <a:cs typeface="+mn-cs"/>
              </a:defRPr>
            </a:lvl1pPr>
          </a:lstStyle>
          <a:p>
            <a:pPr lvl="0"/>
            <a:r>
              <a:rPr lang="en-US" noProof="0" dirty="0"/>
              <a:t>Click to edit Master text style</a:t>
            </a:r>
          </a:p>
        </p:txBody>
      </p:sp>
    </p:spTree>
    <p:extLst>
      <p:ext uri="{BB962C8B-B14F-4D97-AF65-F5344CB8AC3E}">
        <p14:creationId xmlns:p14="http://schemas.microsoft.com/office/powerpoint/2010/main" val="109041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4-Content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hasCustomPrompt="1"/>
          </p:nvPr>
        </p:nvSpPr>
        <p:spPr>
          <a:xfrm>
            <a:off x="292348" y="1436915"/>
            <a:ext cx="5718048" cy="518130"/>
          </a:xfrm>
          <a:solidFill>
            <a:schemeClr val="accent1"/>
          </a:solidFill>
          <a:ln w="25400">
            <a:solidFill>
              <a:schemeClr val="tx1"/>
            </a:solidFill>
            <a:headEnd/>
            <a:tailEnd/>
          </a:ln>
        </p:spPr>
        <p:style>
          <a:lnRef idx="1">
            <a:schemeClr val="accent1"/>
          </a:lnRef>
          <a:fillRef idx="3">
            <a:schemeClr val="accent1"/>
          </a:fillRef>
          <a:effectRef idx="2">
            <a:schemeClr val="accent1"/>
          </a:effectRef>
          <a:fontRef idx="none"/>
        </p:style>
        <p:txBody>
          <a:bodyPr wrap="square" anchor="ctr">
            <a:noAutofit/>
          </a:bodyPr>
          <a:lstStyle>
            <a:lvl1pPr marL="0" indent="0" algn="ctr" rtl="0" eaLnBrk="0" fontAlgn="base" hangingPunct="0">
              <a:lnSpc>
                <a:spcPct val="85000"/>
              </a:lnSpc>
              <a:spcBef>
                <a:spcPct val="0"/>
              </a:spcBef>
              <a:spcAft>
                <a:spcPct val="0"/>
              </a:spcAft>
              <a:buNone/>
              <a:defRPr lang="en-US" sz="1600" b="1" kern="1200" dirty="0" smtClean="0">
                <a:solidFill>
                  <a:schemeClr val="tx1"/>
                </a:solidFill>
                <a:latin typeface="Arial"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dirty="0"/>
              <a:t>Click to edit Master text style</a:t>
            </a:r>
          </a:p>
        </p:txBody>
      </p:sp>
      <p:sp>
        <p:nvSpPr>
          <p:cNvPr id="4" name="Content Placeholder 3"/>
          <p:cNvSpPr>
            <a:spLocks noGrp="1"/>
          </p:cNvSpPr>
          <p:nvPr>
            <p:ph sz="half" idx="2" hasCustomPrompt="1"/>
          </p:nvPr>
        </p:nvSpPr>
        <p:spPr>
          <a:xfrm>
            <a:off x="292348" y="1902620"/>
            <a:ext cx="5718048" cy="1861869"/>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2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5" name="Text Placeholder 4"/>
          <p:cNvSpPr>
            <a:spLocks noGrp="1"/>
          </p:cNvSpPr>
          <p:nvPr>
            <p:ph type="body" sz="quarter" idx="3" hasCustomPrompt="1"/>
          </p:nvPr>
        </p:nvSpPr>
        <p:spPr>
          <a:xfrm>
            <a:off x="6217054" y="1436915"/>
            <a:ext cx="5718048" cy="518130"/>
          </a:xfrm>
          <a:solidFill>
            <a:schemeClr val="accent1"/>
          </a:solidFill>
          <a:ln w="25400">
            <a:solidFill>
              <a:schemeClr val="tx1"/>
            </a:solidFill>
            <a:headEnd/>
            <a:tailEnd/>
          </a:ln>
        </p:spPr>
        <p:style>
          <a:lnRef idx="1">
            <a:schemeClr val="accent1"/>
          </a:lnRef>
          <a:fillRef idx="3">
            <a:schemeClr val="accent1"/>
          </a:fillRef>
          <a:effectRef idx="2">
            <a:schemeClr val="accent1"/>
          </a:effectRef>
          <a:fontRef idx="none"/>
        </p:style>
        <p:txBody>
          <a:bodyPr vert="horz" wrap="square" lIns="91440" tIns="45720" rIns="91440" bIns="45720" numCol="1" anchor="ctr" anchorCtr="1" compatLnSpc="1">
            <a:prstTxWarp prst="textNoShape">
              <a:avLst/>
            </a:prstTxWarp>
            <a:noAutofit/>
          </a:bodyPr>
          <a:lstStyle>
            <a:lvl1pPr marL="0" indent="0">
              <a:buNone/>
              <a:defRPr lang="en-US" sz="1600" b="1" kern="1200" dirty="0" smtClean="0">
                <a:solidFill>
                  <a:schemeClr val="tx1"/>
                </a:solidFill>
                <a:latin typeface="Arial"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dirty="0"/>
              <a:t>Click to edit Master text style</a:t>
            </a:r>
          </a:p>
        </p:txBody>
      </p:sp>
      <p:sp>
        <p:nvSpPr>
          <p:cNvPr id="6" name="Content Placeholder 5"/>
          <p:cNvSpPr>
            <a:spLocks noGrp="1"/>
          </p:cNvSpPr>
          <p:nvPr>
            <p:ph sz="quarter" idx="4" hasCustomPrompt="1"/>
          </p:nvPr>
        </p:nvSpPr>
        <p:spPr>
          <a:xfrm>
            <a:off x="6217054" y="1902620"/>
            <a:ext cx="5718048" cy="1861869"/>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1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7" name="Text Placeholder 2"/>
          <p:cNvSpPr>
            <a:spLocks noGrp="1"/>
          </p:cNvSpPr>
          <p:nvPr>
            <p:ph type="body" idx="12" hasCustomPrompt="1"/>
          </p:nvPr>
        </p:nvSpPr>
        <p:spPr>
          <a:xfrm>
            <a:off x="292348" y="3820890"/>
            <a:ext cx="5718048" cy="518130"/>
          </a:xfrm>
          <a:solidFill>
            <a:schemeClr val="accent1"/>
          </a:solidFill>
          <a:ln w="25400">
            <a:solidFill>
              <a:schemeClr val="tx1"/>
            </a:solidFill>
            <a:headEnd/>
            <a:tailEnd/>
          </a:ln>
        </p:spPr>
        <p:style>
          <a:lnRef idx="1">
            <a:schemeClr val="accent1"/>
          </a:lnRef>
          <a:fillRef idx="3">
            <a:schemeClr val="accent1"/>
          </a:fillRef>
          <a:effectRef idx="2">
            <a:schemeClr val="accent1"/>
          </a:effectRef>
          <a:fontRef idx="none"/>
        </p:style>
        <p:txBody>
          <a:bodyPr wrap="square" anchor="ctr">
            <a:noAutofit/>
          </a:bodyPr>
          <a:lstStyle>
            <a:lvl1pPr marL="0" indent="0" algn="ctr" rtl="0" eaLnBrk="0" fontAlgn="base" hangingPunct="0">
              <a:lnSpc>
                <a:spcPct val="85000"/>
              </a:lnSpc>
              <a:spcBef>
                <a:spcPct val="0"/>
              </a:spcBef>
              <a:spcAft>
                <a:spcPct val="0"/>
              </a:spcAft>
              <a:buNone/>
              <a:defRPr lang="en-US" sz="1600" b="1" kern="1200" dirty="0" smtClean="0">
                <a:solidFill>
                  <a:schemeClr val="tx1"/>
                </a:solidFill>
                <a:latin typeface="Arial"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dirty="0"/>
              <a:t>Click to edit Master text style</a:t>
            </a:r>
          </a:p>
        </p:txBody>
      </p:sp>
      <p:sp>
        <p:nvSpPr>
          <p:cNvPr id="8" name="Content Placeholder 3"/>
          <p:cNvSpPr>
            <a:spLocks noGrp="1"/>
          </p:cNvSpPr>
          <p:nvPr>
            <p:ph sz="half" idx="13" hasCustomPrompt="1"/>
          </p:nvPr>
        </p:nvSpPr>
        <p:spPr>
          <a:xfrm>
            <a:off x="292348" y="4286584"/>
            <a:ext cx="5718048" cy="2011680"/>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1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9" name="Text Placeholder 4"/>
          <p:cNvSpPr>
            <a:spLocks noGrp="1"/>
          </p:cNvSpPr>
          <p:nvPr>
            <p:ph type="body" sz="quarter" idx="14" hasCustomPrompt="1"/>
          </p:nvPr>
        </p:nvSpPr>
        <p:spPr>
          <a:xfrm>
            <a:off x="6217054" y="3820890"/>
            <a:ext cx="5718048" cy="518130"/>
          </a:xfrm>
          <a:solidFill>
            <a:schemeClr val="accent1"/>
          </a:solidFill>
          <a:ln w="25400">
            <a:solidFill>
              <a:schemeClr val="tx1"/>
            </a:solidFill>
            <a:headEnd/>
            <a:tailEnd/>
          </a:ln>
        </p:spPr>
        <p:style>
          <a:lnRef idx="1">
            <a:schemeClr val="accent1"/>
          </a:lnRef>
          <a:fillRef idx="3">
            <a:schemeClr val="accent1"/>
          </a:fillRef>
          <a:effectRef idx="2">
            <a:schemeClr val="accent1"/>
          </a:effectRef>
          <a:fontRef idx="none"/>
        </p:style>
        <p:txBody>
          <a:bodyPr vert="horz" wrap="square" lIns="91440" tIns="45720" rIns="91440" bIns="45720" numCol="1" anchor="ctr" anchorCtr="1" compatLnSpc="1">
            <a:prstTxWarp prst="textNoShape">
              <a:avLst/>
            </a:prstTxWarp>
            <a:noAutofit/>
          </a:bodyPr>
          <a:lstStyle>
            <a:lvl1pPr marL="0" indent="0">
              <a:buNone/>
              <a:defRPr lang="en-US" sz="1600" b="1" kern="1200" dirty="0" smtClean="0">
                <a:solidFill>
                  <a:schemeClr val="tx1"/>
                </a:solidFill>
                <a:latin typeface="Arial"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dirty="0"/>
              <a:t>Click to edit Master text style</a:t>
            </a:r>
          </a:p>
        </p:txBody>
      </p:sp>
      <p:sp>
        <p:nvSpPr>
          <p:cNvPr id="10" name="Content Placeholder 5"/>
          <p:cNvSpPr>
            <a:spLocks noGrp="1"/>
          </p:cNvSpPr>
          <p:nvPr>
            <p:ph sz="quarter" idx="15" hasCustomPrompt="1"/>
          </p:nvPr>
        </p:nvSpPr>
        <p:spPr>
          <a:xfrm>
            <a:off x="6217054" y="4286584"/>
            <a:ext cx="5718048" cy="2011680"/>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1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Tree>
    <p:extLst>
      <p:ext uri="{BB962C8B-B14F-4D97-AF65-F5344CB8AC3E}">
        <p14:creationId xmlns:p14="http://schemas.microsoft.com/office/powerpoint/2010/main" val="36941206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re seul">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p:custDataLst>
              <p:tags r:id="rId2"/>
            </p:custDataLst>
          </p:nvPr>
        </p:nvGraphicFramePr>
        <p:xfrm>
          <a:off x="0" y="0"/>
          <a:ext cx="195385" cy="158750"/>
        </p:xfrm>
        <a:graphic>
          <a:graphicData uri="http://schemas.openxmlformats.org/presentationml/2006/ole">
            <mc:AlternateContent xmlns:mc="http://schemas.openxmlformats.org/markup-compatibility/2006">
              <mc:Choice xmlns:v="urn:schemas-microsoft-com:vml" Requires="v">
                <p:oleObj spid="_x0000_s6151" name="think-cell Slide" r:id="rId5" imgW="360" imgH="360" progId="">
                  <p:embed/>
                </p:oleObj>
              </mc:Choice>
              <mc:Fallback>
                <p:oleObj name="think-cell Slide" r:id="rId5" imgW="360" imgH="360" progId="">
                  <p:embed/>
                  <p:pic>
                    <p:nvPicPr>
                      <p:cNvPr id="3" name="Object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0"/>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re 1"/>
          <p:cNvSpPr>
            <a:spLocks noGrp="1"/>
          </p:cNvSpPr>
          <p:nvPr>
            <p:ph type="title" hasCustomPrompt="1"/>
            <p:custDataLst>
              <p:tags r:id="rId3"/>
            </p:custDataLst>
          </p:nvPr>
        </p:nvSpPr>
        <p:spPr/>
        <p:txBody>
          <a:bodyPr/>
          <a:lstStyle>
            <a:lvl1pPr>
              <a:defRPr/>
            </a:lvl1pPr>
          </a:lstStyle>
          <a:p>
            <a:pPr lvl="0"/>
            <a:r>
              <a:rPr lang="en-US" noProof="0" dirty="0"/>
              <a:t>Click to edit Master title style</a:t>
            </a:r>
          </a:p>
        </p:txBody>
      </p:sp>
    </p:spTree>
    <p:extLst>
      <p:ext uri="{BB962C8B-B14F-4D97-AF65-F5344CB8AC3E}">
        <p14:creationId xmlns:p14="http://schemas.microsoft.com/office/powerpoint/2010/main" val="4696612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p:custDataLst>
              <p:tags r:id="rId2"/>
            </p:custDataLst>
          </p:nvPr>
        </p:nvGraphicFramePr>
        <p:xfrm>
          <a:off x="7" y="11"/>
          <a:ext cx="180998" cy="143985"/>
        </p:xfrm>
        <a:graphic>
          <a:graphicData uri="http://schemas.openxmlformats.org/presentationml/2006/ole">
            <mc:AlternateContent xmlns:mc="http://schemas.openxmlformats.org/markup-compatibility/2006">
              <mc:Choice xmlns:v="urn:schemas-microsoft-com:vml" Requires="v">
                <p:oleObj spid="_x0000_s7175" name="think-cell Slide" r:id="rId4" imgW="360" imgH="360" progId="">
                  <p:embed/>
                </p:oleObj>
              </mc:Choice>
              <mc:Fallback>
                <p:oleObj name="think-cell Slide" r:id="rId4" imgW="360" imgH="360" progId="">
                  <p:embed/>
                  <p:pic>
                    <p:nvPicPr>
                      <p:cNvPr id="2" name="Object 1"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 y="11"/>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804190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3" name="Table Placeholder 2"/>
          <p:cNvSpPr>
            <a:spLocks noGrp="1"/>
          </p:cNvSpPr>
          <p:nvPr>
            <p:ph type="tbl" idx="1"/>
          </p:nvPr>
        </p:nvSpPr>
        <p:spPr bwMode="gray">
          <a:xfrm>
            <a:off x="321579" y="990600"/>
            <a:ext cx="11582400" cy="5029200"/>
          </a:xfrm>
        </p:spPr>
        <p:txBody>
          <a:bodyPr/>
          <a:lstStyle/>
          <a:p>
            <a:pPr lvl="0"/>
            <a:r>
              <a:rPr lang="en-US" noProof="0"/>
              <a:t>Click icon to add table</a:t>
            </a:r>
            <a:endParaRPr lang="en-US" noProof="0" dirty="0"/>
          </a:p>
        </p:txBody>
      </p:sp>
      <p:sp>
        <p:nvSpPr>
          <p:cNvPr id="6" name="Rectangle 134"/>
          <p:cNvSpPr>
            <a:spLocks noGrp="1" noChangeArrowheads="1"/>
          </p:cNvSpPr>
          <p:nvPr>
            <p:ph type="title"/>
          </p:nvPr>
        </p:nvSpPr>
        <p:spPr bwMode="gray">
          <a:xfrm>
            <a:off x="321733" y="212730"/>
            <a:ext cx="11618976" cy="549275"/>
          </a:xfrm>
          <a:prstGeom prst="rect">
            <a:avLst/>
          </a:prstGeom>
          <a:noFill/>
          <a:ln w="9525">
            <a:noFill/>
            <a:miter lim="800000"/>
            <a:headEnd/>
            <a:tailEnd/>
          </a:ln>
          <a:effectLst/>
        </p:spPr>
        <p:txBody>
          <a:bodyPr/>
          <a:lstStyle/>
          <a:p>
            <a:pPr lvl="0"/>
            <a:r>
              <a:rPr lang="en-US"/>
              <a:t>Click to edit Master title style</a:t>
            </a:r>
            <a:endParaRPr lang="en-US" dirty="0"/>
          </a:p>
        </p:txBody>
      </p:sp>
      <p:sp>
        <p:nvSpPr>
          <p:cNvPr id="4" name="Rectangle 101"/>
          <p:cNvSpPr>
            <a:spLocks noGrp="1" noChangeArrowheads="1"/>
          </p:cNvSpPr>
          <p:nvPr>
            <p:ph type="dt" sz="half" idx="10"/>
          </p:nvPr>
        </p:nvSpPr>
        <p:spPr>
          <a:xfrm>
            <a:off x="4572000" y="6533673"/>
            <a:ext cx="3544277" cy="165100"/>
          </a:xfrm>
          <a:prstGeom prst="rect">
            <a:avLst/>
          </a:prstGeom>
        </p:spPr>
        <p:txBody>
          <a:bodyPr/>
          <a:lstStyle>
            <a:lvl1pPr fontAlgn="base">
              <a:spcBef>
                <a:spcPct val="0"/>
              </a:spcBef>
              <a:spcAft>
                <a:spcPct val="0"/>
              </a:spcAft>
              <a:defRPr sz="900">
                <a:solidFill>
                  <a:schemeClr val="tx1"/>
                </a:solidFill>
                <a:latin typeface="Arial" charset="0"/>
              </a:defRPr>
            </a:lvl1pPr>
          </a:lstStyle>
          <a:p>
            <a:fld id="{425404F2-BE9A-4460-8815-8F645183555F}" type="datetimeFigureOut">
              <a:rPr lang="en-US" smtClean="0"/>
              <a:pPr/>
              <a:t>6/22/2022</a:t>
            </a:fld>
            <a:endParaRPr lang="en-US"/>
          </a:p>
        </p:txBody>
      </p:sp>
      <p:sp>
        <p:nvSpPr>
          <p:cNvPr id="5" name="Rectangle 103"/>
          <p:cNvSpPr>
            <a:spLocks noGrp="1" noChangeArrowheads="1"/>
          </p:cNvSpPr>
          <p:nvPr>
            <p:ph type="sldNum" sz="quarter" idx="11"/>
          </p:nvPr>
        </p:nvSpPr>
        <p:spPr>
          <a:xfrm>
            <a:off x="11941908" y="6732599"/>
            <a:ext cx="242277" cy="103187"/>
          </a:xfrm>
          <a:prstGeom prst="rect">
            <a:avLst/>
          </a:prstGeom>
        </p:spPr>
        <p:txBody>
          <a:bodyPr/>
          <a:lstStyle>
            <a:lvl1pPr fontAlgn="base">
              <a:spcBef>
                <a:spcPct val="0"/>
              </a:spcBef>
              <a:spcAft>
                <a:spcPct val="0"/>
              </a:spcAft>
              <a:defRPr/>
            </a:lvl1pPr>
          </a:lstStyle>
          <a:p>
            <a:fld id="{96E69268-9C8B-4EBF-A9EE-DC5DC2D48DC3}" type="slidenum">
              <a:rPr lang="en-US" smtClean="0"/>
              <a:pPr/>
              <a:t>‹#›</a:t>
            </a:fld>
            <a:endParaRPr lang="en-US"/>
          </a:p>
        </p:txBody>
      </p:sp>
    </p:spTree>
    <p:extLst>
      <p:ext uri="{BB962C8B-B14F-4D97-AF65-F5344CB8AC3E}">
        <p14:creationId xmlns:p14="http://schemas.microsoft.com/office/powerpoint/2010/main" val="1316518027"/>
      </p:ext>
    </p:extLst>
  </p:cSld>
  <p:clrMapOvr>
    <a:masterClrMapping/>
  </p:clrMapOvr>
  <p:transition>
    <p:wipe dir="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re et contenu">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27348" y="1815352"/>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re 2"/>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67268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1_Title, subtitle and content ">
    <p:spTree>
      <p:nvGrpSpPr>
        <p:cNvPr id="1" name=""/>
        <p:cNvGrpSpPr/>
        <p:nvPr/>
      </p:nvGrpSpPr>
      <p:grpSpPr>
        <a:xfrm>
          <a:off x="0" y="0"/>
          <a:ext cx="0" cy="0"/>
          <a:chOff x="0" y="0"/>
          <a:chExt cx="0" cy="0"/>
        </a:xfrm>
      </p:grpSpPr>
      <p:sp>
        <p:nvSpPr>
          <p:cNvPr id="2" name="Title 1"/>
          <p:cNvSpPr>
            <a:spLocks noGrp="1"/>
          </p:cNvSpPr>
          <p:nvPr>
            <p:ph type="title"/>
          </p:nvPr>
        </p:nvSpPr>
        <p:spPr>
          <a:xfrm>
            <a:off x="227349" y="0"/>
            <a:ext cx="11125236"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8" y="1815351"/>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227349" y="1148607"/>
            <a:ext cx="11700000" cy="504056"/>
          </a:xfrm>
          <a:prstGeom prst="rect">
            <a:avLst/>
          </a:prstGeom>
        </p:spPr>
        <p:txBody>
          <a:bodyPr/>
          <a:lstStyle>
            <a:lvl1pPr>
              <a:defRPr>
                <a:solidFill>
                  <a:schemeClr val="accent2"/>
                </a:solidFill>
              </a:defRPr>
            </a:lvl1pPr>
          </a:lstStyle>
          <a:p>
            <a:pPr lvl="0"/>
            <a:r>
              <a:rPr lang="en-US" dirty="0"/>
              <a:t>Click to edit Master subtitle styles</a:t>
            </a:r>
          </a:p>
        </p:txBody>
      </p:sp>
    </p:spTree>
    <p:extLst>
      <p:ext uri="{BB962C8B-B14F-4D97-AF65-F5344CB8AC3E}">
        <p14:creationId xmlns:p14="http://schemas.microsoft.com/office/powerpoint/2010/main" val="117113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49"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49" y="1420989"/>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474016" y="1420989"/>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2" name="Titre 1"/>
          <p:cNvSpPr>
            <a:spLocks noGrp="1"/>
          </p:cNvSpPr>
          <p:nvPr>
            <p:ph type="title"/>
          </p:nvPr>
        </p:nvSpPr>
        <p:spPr>
          <a:xfrm>
            <a:off x="227349" y="0"/>
            <a:ext cx="11125236" cy="1104900"/>
          </a:xfrm>
        </p:spPr>
        <p:txBody>
          <a:bodyPr/>
          <a:lstStyle/>
          <a:p>
            <a:r>
              <a:rPr lang="en-US"/>
              <a:t>Click to edit Master title style</a:t>
            </a:r>
            <a:endParaRPr lang="en-US" dirty="0"/>
          </a:p>
        </p:txBody>
      </p:sp>
      <p:sp>
        <p:nvSpPr>
          <p:cNvPr id="16"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6474016"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284963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Tree>
    <p:extLst>
      <p:ext uri="{BB962C8B-B14F-4D97-AF65-F5344CB8AC3E}">
        <p14:creationId xmlns:p14="http://schemas.microsoft.com/office/powerpoint/2010/main" val="16153372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with numbering,  subtitle and content">
    <p:spTree>
      <p:nvGrpSpPr>
        <p:cNvPr id="1" name=""/>
        <p:cNvGrpSpPr/>
        <p:nvPr/>
      </p:nvGrpSpPr>
      <p:grpSpPr>
        <a:xfrm>
          <a:off x="0" y="0"/>
          <a:ext cx="0" cy="0"/>
          <a:chOff x="0" y="0"/>
          <a:chExt cx="0" cy="0"/>
        </a:xfrm>
      </p:grpSpPr>
      <p:graphicFrame>
        <p:nvGraphicFramePr>
          <p:cNvPr id="15" name="Object 1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8199" name="think-cell Slide" r:id="rId4" imgW="270" imgH="270" progId="TCLayout.ActiveDocument.1">
                  <p:embed/>
                </p:oleObj>
              </mc:Choice>
              <mc:Fallback>
                <p:oleObj name="think-cell Slide" r:id="rId4" imgW="270" imgH="270" progId="TCLayout.ActiveDocument.1">
                  <p:embed/>
                  <p:pic>
                    <p:nvPicPr>
                      <p:cNvPr id="15" name="Object 1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8" name="Rectangle 17"/>
          <p:cNvSpPr/>
          <p:nvPr/>
        </p:nvSpPr>
        <p:spPr>
          <a:xfrm>
            <a:off x="0" y="0"/>
            <a:ext cx="919998" cy="4286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510" name="Freeform 6"/>
          <p:cNvSpPr>
            <a:spLocks/>
          </p:cNvSpPr>
          <p:nvPr/>
        </p:nvSpPr>
        <p:spPr bwMode="auto">
          <a:xfrm>
            <a:off x="0" y="0"/>
            <a:ext cx="919998" cy="1146174"/>
          </a:xfrm>
          <a:custGeom>
            <a:avLst/>
            <a:gdLst/>
            <a:ahLst/>
            <a:cxnLst>
              <a:cxn ang="0">
                <a:pos x="1681" y="25"/>
              </a:cxn>
              <a:cxn ang="0">
                <a:pos x="1655" y="0"/>
              </a:cxn>
              <a:cxn ang="0">
                <a:pos x="22" y="0"/>
              </a:cxn>
              <a:cxn ang="0">
                <a:pos x="0" y="23"/>
              </a:cxn>
              <a:cxn ang="0">
                <a:pos x="0" y="2095"/>
              </a:cxn>
              <a:cxn ang="0">
                <a:pos x="336" y="2085"/>
              </a:cxn>
              <a:cxn ang="0">
                <a:pos x="682" y="2056"/>
              </a:cxn>
              <a:cxn ang="0">
                <a:pos x="897" y="2032"/>
              </a:cxn>
              <a:cxn ang="0">
                <a:pos x="1082" y="2005"/>
              </a:cxn>
              <a:cxn ang="0">
                <a:pos x="1332" y="1960"/>
              </a:cxn>
              <a:cxn ang="0">
                <a:pos x="1567" y="1911"/>
              </a:cxn>
              <a:cxn ang="0">
                <a:pos x="1680" y="1883"/>
              </a:cxn>
              <a:cxn ang="0">
                <a:pos x="1681" y="25"/>
              </a:cxn>
            </a:cxnLst>
            <a:rect l="0" t="0" r="r" b="b"/>
            <a:pathLst>
              <a:path w="1681" h="2095">
                <a:moveTo>
                  <a:pt x="1681" y="25"/>
                </a:moveTo>
                <a:cubicBezTo>
                  <a:pt x="1681" y="3"/>
                  <a:pt x="1675" y="0"/>
                  <a:pt x="1655" y="0"/>
                </a:cubicBezTo>
                <a:cubicBezTo>
                  <a:pt x="1111" y="1"/>
                  <a:pt x="567" y="1"/>
                  <a:pt x="22" y="0"/>
                </a:cubicBezTo>
                <a:cubicBezTo>
                  <a:pt x="5" y="0"/>
                  <a:pt x="0" y="3"/>
                  <a:pt x="0" y="23"/>
                </a:cubicBezTo>
                <a:cubicBezTo>
                  <a:pt x="0" y="713"/>
                  <a:pt x="0" y="1404"/>
                  <a:pt x="0" y="2095"/>
                </a:cubicBezTo>
                <a:cubicBezTo>
                  <a:pt x="112" y="2091"/>
                  <a:pt x="224" y="2088"/>
                  <a:pt x="336" y="2085"/>
                </a:cubicBezTo>
                <a:cubicBezTo>
                  <a:pt x="452" y="2081"/>
                  <a:pt x="567" y="2068"/>
                  <a:pt x="682" y="2056"/>
                </a:cubicBezTo>
                <a:cubicBezTo>
                  <a:pt x="754" y="2049"/>
                  <a:pt x="826" y="2045"/>
                  <a:pt x="897" y="2032"/>
                </a:cubicBezTo>
                <a:cubicBezTo>
                  <a:pt x="958" y="2020"/>
                  <a:pt x="1021" y="2018"/>
                  <a:pt x="1082" y="2005"/>
                </a:cubicBezTo>
                <a:cubicBezTo>
                  <a:pt x="1165" y="1989"/>
                  <a:pt x="1249" y="1977"/>
                  <a:pt x="1332" y="1960"/>
                </a:cubicBezTo>
                <a:cubicBezTo>
                  <a:pt x="1410" y="1945"/>
                  <a:pt x="1489" y="1928"/>
                  <a:pt x="1567" y="1911"/>
                </a:cubicBezTo>
                <a:cubicBezTo>
                  <a:pt x="1605" y="1904"/>
                  <a:pt x="1643" y="1895"/>
                  <a:pt x="1680" y="1883"/>
                </a:cubicBezTo>
                <a:cubicBezTo>
                  <a:pt x="1680" y="1263"/>
                  <a:pt x="1680" y="644"/>
                  <a:pt x="1681" y="25"/>
                </a:cubicBez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2" name="Title 1"/>
          <p:cNvSpPr>
            <a:spLocks noGrp="1"/>
          </p:cNvSpPr>
          <p:nvPr>
            <p:ph type="title"/>
          </p:nvPr>
        </p:nvSpPr>
        <p:spPr>
          <a:xfrm>
            <a:off x="974872" y="0"/>
            <a:ext cx="10377711"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7" y="1815351"/>
            <a:ext cx="11700000" cy="4467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974872" y="1148607"/>
            <a:ext cx="10940903" cy="504056"/>
          </a:xfrm>
          <a:prstGeom prst="rect">
            <a:avLst/>
          </a:prstGeom>
        </p:spPr>
        <p:txBody>
          <a:bodyPr/>
          <a:lstStyle>
            <a:lvl1pPr>
              <a:defRPr>
                <a:solidFill>
                  <a:schemeClr val="accent2"/>
                </a:solidFill>
              </a:defRPr>
            </a:lvl1pPr>
          </a:lstStyle>
          <a:p>
            <a:pPr lvl="0"/>
            <a:r>
              <a:rPr lang="en-US" dirty="0"/>
              <a:t>Click to edit Master subtitle styles</a:t>
            </a:r>
          </a:p>
        </p:txBody>
      </p:sp>
      <p:sp>
        <p:nvSpPr>
          <p:cNvPr id="17" name="Text Placeholder 16"/>
          <p:cNvSpPr>
            <a:spLocks noGrp="1"/>
          </p:cNvSpPr>
          <p:nvPr>
            <p:ph type="body" sz="quarter" idx="12" hasCustomPrompt="1"/>
          </p:nvPr>
        </p:nvSpPr>
        <p:spPr>
          <a:xfrm>
            <a:off x="0" y="48742"/>
            <a:ext cx="914400" cy="914400"/>
          </a:xfrm>
        </p:spPr>
        <p:txBody>
          <a:bodyPr anchor="ctr">
            <a:normAutofit/>
          </a:bodyPr>
          <a:lstStyle>
            <a:lvl1pPr marL="0" indent="0" algn="ctr" defTabSz="914400" rtl="0" eaLnBrk="1" latinLnBrk="0" hangingPunct="1">
              <a:lnSpc>
                <a:spcPct val="90000"/>
              </a:lnSpc>
              <a:spcBef>
                <a:spcPts val="1000"/>
              </a:spcBef>
              <a:buFont typeface="Arial" panose="020B0604020202020204" pitchFamily="34" charset="0"/>
              <a:buNone/>
              <a:defRPr lang="en-GB" sz="4000" kern="1200" dirty="0">
                <a:solidFill>
                  <a:schemeClr val="bg1"/>
                </a:solidFill>
                <a:latin typeface="Verdana" panose="020B0604030504040204" pitchFamily="34" charset="0"/>
                <a:ea typeface="Verdana" panose="020B0604030504040204" pitchFamily="34" charset="0"/>
                <a:cs typeface="Verdana" panose="020B0604030504040204" pitchFamily="34" charset="0"/>
              </a:defRPr>
            </a:lvl1pPr>
          </a:lstStyle>
          <a:p>
            <a:pPr lvl="0"/>
            <a:r>
              <a:rPr lang="en-US" dirty="0"/>
              <a:t>#</a:t>
            </a:r>
            <a:endParaRPr lang="en-GB" dirty="0"/>
          </a:p>
        </p:txBody>
      </p:sp>
    </p:spTree>
    <p:extLst>
      <p:ext uri="{BB962C8B-B14F-4D97-AF65-F5344CB8AC3E}">
        <p14:creationId xmlns:p14="http://schemas.microsoft.com/office/powerpoint/2010/main" val="30486463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1_Titre seul">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9223" name="think-cell Slide" r:id="rId4" imgW="270" imgH="270" progId="TCLayout.ActiveDocument.1">
                  <p:embed/>
                </p:oleObj>
              </mc:Choice>
              <mc:Fallback>
                <p:oleObj name="think-cell Slide" r:id="rId4" imgW="270" imgH="270" progId="TCLayout.ActiveDocument.1">
                  <p:embed/>
                  <p:pic>
                    <p:nvPicPr>
                      <p:cNvPr id="5" name="Object 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7519120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1_Vide">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0247" name="think-cell Slide" r:id="rId4" imgW="270" imgH="270" progId="TCLayout.ActiveDocument.1">
                  <p:embed/>
                </p:oleObj>
              </mc:Choice>
              <mc:Fallback>
                <p:oleObj name="think-cell Slide" r:id="rId4" imgW="270" imgH="270" progId="TCLayout.ActiveDocument.1">
                  <p:embed/>
                  <p:pic>
                    <p:nvPicPr>
                      <p:cNvPr id="5" name="Object 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594581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Single Profile">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F5F5AEA1-6A77-4676-B8B3-EF658F5F8430}"/>
              </a:ext>
            </a:extLst>
          </p:cNvPr>
          <p:cNvSpPr/>
          <p:nvPr/>
        </p:nvSpPr>
        <p:spPr>
          <a:xfrm flipV="1">
            <a:off x="1" y="0"/>
            <a:ext cx="5204012" cy="3119718"/>
          </a:xfrm>
          <a:custGeom>
            <a:avLst/>
            <a:gdLst>
              <a:gd name="connsiteX0" fmla="*/ 2836724 w 6262141"/>
              <a:gd name="connsiteY0" fmla="*/ 775 h 4159686"/>
              <a:gd name="connsiteX1" fmla="*/ 3822188 w 6262141"/>
              <a:gd name="connsiteY1" fmla="*/ 22965 h 4159686"/>
              <a:gd name="connsiteX2" fmla="*/ 5982756 w 6262141"/>
              <a:gd name="connsiteY2" fmla="*/ 3706589 h 4159686"/>
              <a:gd name="connsiteX3" fmla="*/ 6262141 w 6262141"/>
              <a:gd name="connsiteY3" fmla="*/ 4159686 h 4159686"/>
              <a:gd name="connsiteX4" fmla="*/ 0 w 6262141"/>
              <a:gd name="connsiteY4" fmla="*/ 4159686 h 4159686"/>
              <a:gd name="connsiteX5" fmla="*/ 0 w 6262141"/>
              <a:gd name="connsiteY5" fmla="*/ 3700458 h 4159686"/>
              <a:gd name="connsiteX6" fmla="*/ 0 w 6262141"/>
              <a:gd name="connsiteY6" fmla="*/ 3329154 h 4159686"/>
              <a:gd name="connsiteX7" fmla="*/ 0 w 6262141"/>
              <a:gd name="connsiteY7" fmla="*/ 2944589 h 4159686"/>
              <a:gd name="connsiteX8" fmla="*/ 0 w 6262141"/>
              <a:gd name="connsiteY8" fmla="*/ 2546533 h 4159686"/>
              <a:gd name="connsiteX9" fmla="*/ 0 w 6262141"/>
              <a:gd name="connsiteY9" fmla="*/ 2134752 h 4159686"/>
              <a:gd name="connsiteX10" fmla="*/ 0 w 6262141"/>
              <a:gd name="connsiteY10" fmla="*/ 1709014 h 4159686"/>
              <a:gd name="connsiteX11" fmla="*/ 0 w 6262141"/>
              <a:gd name="connsiteY11" fmla="*/ 1269085 h 4159686"/>
              <a:gd name="connsiteX12" fmla="*/ 0 w 6262141"/>
              <a:gd name="connsiteY12" fmla="*/ 814735 h 4159686"/>
              <a:gd name="connsiteX13" fmla="*/ 0 w 6262141"/>
              <a:gd name="connsiteY13" fmla="*/ 345728 h 4159686"/>
              <a:gd name="connsiteX14" fmla="*/ 2836724 w 6262141"/>
              <a:gd name="connsiteY14" fmla="*/ 775 h 4159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262141" h="4159686">
                <a:moveTo>
                  <a:pt x="2836724" y="775"/>
                </a:moveTo>
                <a:cubicBezTo>
                  <a:pt x="3163345" y="-2587"/>
                  <a:pt x="3492318" y="5034"/>
                  <a:pt x="3822188" y="22965"/>
                </a:cubicBezTo>
                <a:cubicBezTo>
                  <a:pt x="4104550" y="1058496"/>
                  <a:pt x="5095168" y="2317803"/>
                  <a:pt x="5982756" y="3706589"/>
                </a:cubicBezTo>
                <a:lnTo>
                  <a:pt x="6262141" y="4159686"/>
                </a:lnTo>
                <a:lnTo>
                  <a:pt x="0" y="4159686"/>
                </a:lnTo>
                <a:lnTo>
                  <a:pt x="0" y="3700458"/>
                </a:lnTo>
                <a:lnTo>
                  <a:pt x="0" y="3329154"/>
                </a:lnTo>
                <a:lnTo>
                  <a:pt x="0" y="2944589"/>
                </a:lnTo>
                <a:lnTo>
                  <a:pt x="0" y="2546533"/>
                </a:lnTo>
                <a:lnTo>
                  <a:pt x="0" y="2134752"/>
                </a:lnTo>
                <a:lnTo>
                  <a:pt x="0" y="1709014"/>
                </a:lnTo>
                <a:lnTo>
                  <a:pt x="0" y="1269085"/>
                </a:lnTo>
                <a:lnTo>
                  <a:pt x="0" y="814735"/>
                </a:lnTo>
                <a:lnTo>
                  <a:pt x="0" y="345728"/>
                </a:lnTo>
                <a:cubicBezTo>
                  <a:pt x="898178" y="119794"/>
                  <a:pt x="1856863" y="10862"/>
                  <a:pt x="2836724" y="775"/>
                </a:cubicBezTo>
                <a:close/>
              </a:path>
            </a:pathLst>
          </a:custGeom>
          <a:solidFill>
            <a:srgbClr val="12AB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dirty="0"/>
          </a:p>
        </p:txBody>
      </p:sp>
      <p:sp>
        <p:nvSpPr>
          <p:cNvPr id="26" name="Text Placeholder 4">
            <a:extLst>
              <a:ext uri="{FF2B5EF4-FFF2-40B4-BE49-F238E27FC236}">
                <a16:creationId xmlns:a16="http://schemas.microsoft.com/office/drawing/2014/main" id="{7E551D69-F21D-4601-B4BD-97ECB52F39D6}"/>
              </a:ext>
            </a:extLst>
          </p:cNvPr>
          <p:cNvSpPr>
            <a:spLocks noGrp="1"/>
          </p:cNvSpPr>
          <p:nvPr>
            <p:ph type="body" sz="quarter" idx="14" hasCustomPrompt="1"/>
          </p:nvPr>
        </p:nvSpPr>
        <p:spPr>
          <a:xfrm>
            <a:off x="783129" y="5278426"/>
            <a:ext cx="3296647" cy="331986"/>
          </a:xfrm>
          <a:prstGeom prst="rect">
            <a:avLst/>
          </a:prstGeom>
          <a:noFill/>
        </p:spPr>
        <p:txBody>
          <a:bodyPr anchor="ctr">
            <a:noAutofit/>
          </a:bodyPr>
          <a:lstStyle>
            <a:lvl1pPr algn="l">
              <a:defRPr sz="1600" b="1">
                <a:solidFill>
                  <a:schemeClr val="accent2"/>
                </a:solidFill>
              </a:defRPr>
            </a:lvl1pPr>
            <a:lvl2pPr>
              <a:defRPr sz="1400"/>
            </a:lvl2pPr>
            <a:lvl3pPr>
              <a:defRPr sz="1200"/>
            </a:lvl3pPr>
            <a:lvl4pPr>
              <a:defRPr sz="1100"/>
            </a:lvl4pPr>
            <a:lvl5pPr>
              <a:defRPr sz="1100"/>
            </a:lvl5pPr>
          </a:lstStyle>
          <a:p>
            <a:pPr lvl="0"/>
            <a:r>
              <a:rPr lang="en-US" dirty="0"/>
              <a:t>Insert education </a:t>
            </a:r>
          </a:p>
        </p:txBody>
      </p:sp>
      <p:sp>
        <p:nvSpPr>
          <p:cNvPr id="23" name="Text Placeholder 4">
            <a:extLst>
              <a:ext uri="{FF2B5EF4-FFF2-40B4-BE49-F238E27FC236}">
                <a16:creationId xmlns:a16="http://schemas.microsoft.com/office/drawing/2014/main" id="{BC359575-5CC3-4B2F-91E7-19D6A150BE7B}"/>
              </a:ext>
            </a:extLst>
          </p:cNvPr>
          <p:cNvSpPr>
            <a:spLocks noGrp="1"/>
          </p:cNvSpPr>
          <p:nvPr>
            <p:ph type="body" sz="quarter" idx="13" hasCustomPrompt="1"/>
          </p:nvPr>
        </p:nvSpPr>
        <p:spPr>
          <a:xfrm>
            <a:off x="783129" y="3916350"/>
            <a:ext cx="3296647" cy="412363"/>
          </a:xfrm>
          <a:prstGeom prst="rect">
            <a:avLst/>
          </a:prstGeom>
          <a:noFill/>
        </p:spPr>
        <p:txBody>
          <a:bodyPr anchor="ctr">
            <a:noAutofit/>
          </a:bodyPr>
          <a:lstStyle>
            <a:lvl1pPr algn="l">
              <a:defRPr sz="2000" b="1">
                <a:solidFill>
                  <a:schemeClr val="accent2"/>
                </a:solidFill>
              </a:defRPr>
            </a:lvl1pPr>
            <a:lvl2pPr>
              <a:defRPr sz="1400"/>
            </a:lvl2pPr>
            <a:lvl3pPr>
              <a:defRPr sz="1200"/>
            </a:lvl3pPr>
            <a:lvl4pPr>
              <a:defRPr sz="1100"/>
            </a:lvl4pPr>
            <a:lvl5pPr>
              <a:defRPr sz="1100"/>
            </a:lvl5pPr>
          </a:lstStyle>
          <a:p>
            <a:pPr lvl="0"/>
            <a:r>
              <a:rPr lang="en-US" dirty="0"/>
              <a:t>Insert Name</a:t>
            </a:r>
          </a:p>
        </p:txBody>
      </p:sp>
      <p:sp>
        <p:nvSpPr>
          <p:cNvPr id="24" name="Text Placeholder 7">
            <a:extLst>
              <a:ext uri="{FF2B5EF4-FFF2-40B4-BE49-F238E27FC236}">
                <a16:creationId xmlns:a16="http://schemas.microsoft.com/office/drawing/2014/main" id="{53745724-67BB-4475-9660-FEEE12268615}"/>
              </a:ext>
            </a:extLst>
          </p:cNvPr>
          <p:cNvSpPr>
            <a:spLocks noGrp="1"/>
          </p:cNvSpPr>
          <p:nvPr>
            <p:ph type="body" sz="quarter" idx="10" hasCustomPrompt="1"/>
          </p:nvPr>
        </p:nvSpPr>
        <p:spPr>
          <a:xfrm>
            <a:off x="782081" y="4344097"/>
            <a:ext cx="3304144" cy="894840"/>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27" name="Text Placeholder 7">
            <a:extLst>
              <a:ext uri="{FF2B5EF4-FFF2-40B4-BE49-F238E27FC236}">
                <a16:creationId xmlns:a16="http://schemas.microsoft.com/office/drawing/2014/main" id="{C78431F2-3F85-4748-A6BC-A08250A6D354}"/>
              </a:ext>
            </a:extLst>
          </p:cNvPr>
          <p:cNvSpPr>
            <a:spLocks noGrp="1"/>
          </p:cNvSpPr>
          <p:nvPr>
            <p:ph type="body" sz="quarter" idx="15" hasCustomPrompt="1"/>
          </p:nvPr>
        </p:nvSpPr>
        <p:spPr>
          <a:xfrm>
            <a:off x="782081" y="5601397"/>
            <a:ext cx="3297695" cy="713864"/>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13" name="Oval 20">
            <a:extLst>
              <a:ext uri="{FF2B5EF4-FFF2-40B4-BE49-F238E27FC236}">
                <a16:creationId xmlns:a16="http://schemas.microsoft.com/office/drawing/2014/main" id="{1EFB3510-D39A-47CF-8191-109DDF9E53D5}"/>
              </a:ext>
            </a:extLst>
          </p:cNvPr>
          <p:cNvSpPr/>
          <p:nvPr/>
        </p:nvSpPr>
        <p:spPr>
          <a:xfrm>
            <a:off x="1381192" y="1147034"/>
            <a:ext cx="2609222" cy="2465696"/>
          </a:xfrm>
          <a:custGeom>
            <a:avLst/>
            <a:gdLst>
              <a:gd name="connsiteX0" fmla="*/ 0 w 3314251"/>
              <a:gd name="connsiteY0" fmla="*/ 1564410 h 3128820"/>
              <a:gd name="connsiteX1" fmla="*/ 1657126 w 3314251"/>
              <a:gd name="connsiteY1" fmla="*/ 0 h 3128820"/>
              <a:gd name="connsiteX2" fmla="*/ 3314252 w 3314251"/>
              <a:gd name="connsiteY2" fmla="*/ 1564410 h 3128820"/>
              <a:gd name="connsiteX3" fmla="*/ 1657126 w 3314251"/>
              <a:gd name="connsiteY3" fmla="*/ 3128820 h 3128820"/>
              <a:gd name="connsiteX4" fmla="*/ 0 w 3314251"/>
              <a:gd name="connsiteY4" fmla="*/ 1564410 h 3128820"/>
              <a:gd name="connsiteX0" fmla="*/ 0 w 3314252"/>
              <a:gd name="connsiteY0" fmla="*/ 1564410 h 3128820"/>
              <a:gd name="connsiteX1" fmla="*/ 1657126 w 3314252"/>
              <a:gd name="connsiteY1" fmla="*/ 0 h 3128820"/>
              <a:gd name="connsiteX2" fmla="*/ 3314252 w 3314252"/>
              <a:gd name="connsiteY2" fmla="*/ 1564410 h 3128820"/>
              <a:gd name="connsiteX3" fmla="*/ 1657126 w 3314252"/>
              <a:gd name="connsiteY3" fmla="*/ 3128820 h 3128820"/>
              <a:gd name="connsiteX4" fmla="*/ 0 w 3314252"/>
              <a:gd name="connsiteY4" fmla="*/ 1564410 h 3128820"/>
              <a:gd name="connsiteX0" fmla="*/ 0 w 3314252"/>
              <a:gd name="connsiteY0" fmla="*/ 1565821 h 3130231"/>
              <a:gd name="connsiteX1" fmla="*/ 1657126 w 3314252"/>
              <a:gd name="connsiteY1" fmla="*/ 1411 h 3130231"/>
              <a:gd name="connsiteX2" fmla="*/ 3314252 w 3314252"/>
              <a:gd name="connsiteY2" fmla="*/ 1565821 h 3130231"/>
              <a:gd name="connsiteX3" fmla="*/ 1657126 w 3314252"/>
              <a:gd name="connsiteY3" fmla="*/ 3130231 h 3130231"/>
              <a:gd name="connsiteX4" fmla="*/ 0 w 3314252"/>
              <a:gd name="connsiteY4" fmla="*/ 1565821 h 3130231"/>
              <a:gd name="connsiteX0" fmla="*/ 0 w 3314252"/>
              <a:gd name="connsiteY0" fmla="*/ 1567937 h 3132347"/>
              <a:gd name="connsiteX1" fmla="*/ 1657126 w 3314252"/>
              <a:gd name="connsiteY1" fmla="*/ 3527 h 3132347"/>
              <a:gd name="connsiteX2" fmla="*/ 3314252 w 3314252"/>
              <a:gd name="connsiteY2" fmla="*/ 1567937 h 3132347"/>
              <a:gd name="connsiteX3" fmla="*/ 1657126 w 3314252"/>
              <a:gd name="connsiteY3" fmla="*/ 3132347 h 3132347"/>
              <a:gd name="connsiteX4" fmla="*/ 0 w 3314252"/>
              <a:gd name="connsiteY4" fmla="*/ 1567937 h 3132347"/>
              <a:gd name="connsiteX0" fmla="*/ 0 w 3314252"/>
              <a:gd name="connsiteY0" fmla="*/ 1564505 h 3128915"/>
              <a:gd name="connsiteX1" fmla="*/ 1657126 w 3314252"/>
              <a:gd name="connsiteY1" fmla="*/ 95 h 3128915"/>
              <a:gd name="connsiteX2" fmla="*/ 3314252 w 3314252"/>
              <a:gd name="connsiteY2" fmla="*/ 1564505 h 3128915"/>
              <a:gd name="connsiteX3" fmla="*/ 1657126 w 3314252"/>
              <a:gd name="connsiteY3" fmla="*/ 3128915 h 3128915"/>
              <a:gd name="connsiteX4" fmla="*/ 0 w 3314252"/>
              <a:gd name="connsiteY4" fmla="*/ 1564505 h 3128915"/>
              <a:gd name="connsiteX0" fmla="*/ 0 w 3314252"/>
              <a:gd name="connsiteY0" fmla="*/ 1565503 h 3129913"/>
              <a:gd name="connsiteX1" fmla="*/ 1657126 w 3314252"/>
              <a:gd name="connsiteY1" fmla="*/ 1093 h 3129913"/>
              <a:gd name="connsiteX2" fmla="*/ 3314252 w 3314252"/>
              <a:gd name="connsiteY2" fmla="*/ 1565503 h 3129913"/>
              <a:gd name="connsiteX3" fmla="*/ 1657126 w 3314252"/>
              <a:gd name="connsiteY3" fmla="*/ 3129913 h 3129913"/>
              <a:gd name="connsiteX4" fmla="*/ 0 w 3314252"/>
              <a:gd name="connsiteY4" fmla="*/ 1565503 h 3129913"/>
              <a:gd name="connsiteX0" fmla="*/ 0 w 3314252"/>
              <a:gd name="connsiteY0" fmla="*/ 1564410 h 3128820"/>
              <a:gd name="connsiteX1" fmla="*/ 1657126 w 3314252"/>
              <a:gd name="connsiteY1" fmla="*/ 0 h 3128820"/>
              <a:gd name="connsiteX2" fmla="*/ 3314252 w 3314252"/>
              <a:gd name="connsiteY2" fmla="*/ 1564410 h 3128820"/>
              <a:gd name="connsiteX3" fmla="*/ 1657126 w 3314252"/>
              <a:gd name="connsiteY3" fmla="*/ 3128820 h 3128820"/>
              <a:gd name="connsiteX4" fmla="*/ 0 w 3314252"/>
              <a:gd name="connsiteY4" fmla="*/ 1564410 h 3128820"/>
              <a:gd name="connsiteX0" fmla="*/ 0 w 3314252"/>
              <a:gd name="connsiteY0" fmla="*/ 1564433 h 3128843"/>
              <a:gd name="connsiteX1" fmla="*/ 1657126 w 3314252"/>
              <a:gd name="connsiteY1" fmla="*/ 23 h 3128843"/>
              <a:gd name="connsiteX2" fmla="*/ 3314252 w 3314252"/>
              <a:gd name="connsiteY2" fmla="*/ 1564433 h 3128843"/>
              <a:gd name="connsiteX3" fmla="*/ 1657126 w 3314252"/>
              <a:gd name="connsiteY3" fmla="*/ 3128843 h 3128843"/>
              <a:gd name="connsiteX4" fmla="*/ 0 w 3314252"/>
              <a:gd name="connsiteY4" fmla="*/ 1564433 h 3128843"/>
              <a:gd name="connsiteX0" fmla="*/ 0 w 3314252"/>
              <a:gd name="connsiteY0" fmla="*/ 1564433 h 3129053"/>
              <a:gd name="connsiteX1" fmla="*/ 1657126 w 3314252"/>
              <a:gd name="connsiteY1" fmla="*/ 23 h 3129053"/>
              <a:gd name="connsiteX2" fmla="*/ 3314252 w 3314252"/>
              <a:gd name="connsiteY2" fmla="*/ 1564433 h 3129053"/>
              <a:gd name="connsiteX3" fmla="*/ 1657126 w 3314252"/>
              <a:gd name="connsiteY3" fmla="*/ 3128843 h 3129053"/>
              <a:gd name="connsiteX4" fmla="*/ 0 w 3314252"/>
              <a:gd name="connsiteY4" fmla="*/ 1564433 h 3129053"/>
              <a:gd name="connsiteX0" fmla="*/ 0 w 3314252"/>
              <a:gd name="connsiteY0" fmla="*/ 1564433 h 3131880"/>
              <a:gd name="connsiteX1" fmla="*/ 1657126 w 3314252"/>
              <a:gd name="connsiteY1" fmla="*/ 23 h 3131880"/>
              <a:gd name="connsiteX2" fmla="*/ 3314252 w 3314252"/>
              <a:gd name="connsiteY2" fmla="*/ 1564433 h 3131880"/>
              <a:gd name="connsiteX3" fmla="*/ 1657126 w 3314252"/>
              <a:gd name="connsiteY3" fmla="*/ 3128843 h 3131880"/>
              <a:gd name="connsiteX4" fmla="*/ 0 w 3314252"/>
              <a:gd name="connsiteY4" fmla="*/ 1564433 h 3131880"/>
              <a:gd name="connsiteX0" fmla="*/ 0 w 3314252"/>
              <a:gd name="connsiteY0" fmla="*/ 1564433 h 3131423"/>
              <a:gd name="connsiteX1" fmla="*/ 1657126 w 3314252"/>
              <a:gd name="connsiteY1" fmla="*/ 23 h 3131423"/>
              <a:gd name="connsiteX2" fmla="*/ 3314252 w 3314252"/>
              <a:gd name="connsiteY2" fmla="*/ 1564433 h 3131423"/>
              <a:gd name="connsiteX3" fmla="*/ 1657126 w 3314252"/>
              <a:gd name="connsiteY3" fmla="*/ 3128843 h 3131423"/>
              <a:gd name="connsiteX4" fmla="*/ 0 w 3314252"/>
              <a:gd name="connsiteY4" fmla="*/ 1564433 h 31314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4252" h="3131423">
                <a:moveTo>
                  <a:pt x="0" y="1564433"/>
                </a:moveTo>
                <a:cubicBezTo>
                  <a:pt x="0" y="700433"/>
                  <a:pt x="775256" y="19074"/>
                  <a:pt x="1657126" y="23"/>
                </a:cubicBezTo>
                <a:cubicBezTo>
                  <a:pt x="2639009" y="-4740"/>
                  <a:pt x="3314252" y="700433"/>
                  <a:pt x="3314252" y="1564433"/>
                </a:cubicBezTo>
                <a:cubicBezTo>
                  <a:pt x="3314252" y="2428433"/>
                  <a:pt x="2367543" y="3071694"/>
                  <a:pt x="1657126" y="3128843"/>
                </a:cubicBezTo>
                <a:cubicBezTo>
                  <a:pt x="665721" y="3181230"/>
                  <a:pt x="0" y="2428433"/>
                  <a:pt x="0" y="1564433"/>
                </a:cubicBezTo>
                <a:close/>
              </a:path>
            </a:pathLst>
          </a:custGeom>
          <a:solidFill>
            <a:srgbClr val="95E61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a:p>
        </p:txBody>
      </p:sp>
    </p:spTree>
    <p:extLst>
      <p:ext uri="{BB962C8B-B14F-4D97-AF65-F5344CB8AC3E}">
        <p14:creationId xmlns:p14="http://schemas.microsoft.com/office/powerpoint/2010/main" val="33126055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27348" y="1815352"/>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re 2"/>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11311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ubtitle and content ">
    <p:spTree>
      <p:nvGrpSpPr>
        <p:cNvPr id="1" name=""/>
        <p:cNvGrpSpPr/>
        <p:nvPr/>
      </p:nvGrpSpPr>
      <p:grpSpPr>
        <a:xfrm>
          <a:off x="0" y="0"/>
          <a:ext cx="0" cy="0"/>
          <a:chOff x="0" y="0"/>
          <a:chExt cx="0" cy="0"/>
        </a:xfrm>
      </p:grpSpPr>
      <p:sp>
        <p:nvSpPr>
          <p:cNvPr id="2" name="Title 1"/>
          <p:cNvSpPr>
            <a:spLocks noGrp="1"/>
          </p:cNvSpPr>
          <p:nvPr>
            <p:ph type="title"/>
          </p:nvPr>
        </p:nvSpPr>
        <p:spPr>
          <a:xfrm>
            <a:off x="227349" y="0"/>
            <a:ext cx="11125236"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8" y="1815351"/>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227349" y="1148607"/>
            <a:ext cx="11700000" cy="504056"/>
          </a:xfrm>
          <a:prstGeom prst="rect">
            <a:avLst/>
          </a:prstGeom>
        </p:spPr>
        <p:txBody>
          <a:bodyPr/>
          <a:lstStyle>
            <a:lvl1pPr>
              <a:defRPr>
                <a:solidFill>
                  <a:schemeClr val="accent2"/>
                </a:solidFill>
              </a:defRPr>
            </a:lvl1pPr>
          </a:lstStyle>
          <a:p>
            <a:pPr lvl="0"/>
            <a:r>
              <a:rPr lang="en-US" dirty="0"/>
              <a:t>Click to edit Master subtitle styles</a:t>
            </a:r>
          </a:p>
        </p:txBody>
      </p:sp>
    </p:spTree>
    <p:extLst>
      <p:ext uri="{BB962C8B-B14F-4D97-AF65-F5344CB8AC3E}">
        <p14:creationId xmlns:p14="http://schemas.microsoft.com/office/powerpoint/2010/main" val="21387373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49"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49" y="1420989"/>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474016" y="1420989"/>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pic>
        <p:nvPicPr>
          <p:cNvPr id="10" name="Graphic 9">
            <a:extLst>
              <a:ext uri="{FF2B5EF4-FFF2-40B4-BE49-F238E27FC236}">
                <a16:creationId xmlns:a16="http://schemas.microsoft.com/office/drawing/2014/main" id="{DDCA2B41-0A1F-45C2-A74A-EB99E41096F1}"/>
              </a:ext>
            </a:extLst>
          </p:cNvPr>
          <p:cNvPicPr>
            <a:picLocks noChangeAspect="1"/>
          </p:cNvPicPr>
          <p:nvPr userDrawn="1"/>
        </p:nvPicPr>
        <p:blipFill rotWithShape="1">
          <a:blip r:embed="rId2" cstate="print">
            <a:extLst>
              <a:ext uri="{96DAC541-7B7A-43D3-8B79-37D633B846F1}">
                <asvg:svgBlip xmlns:asvg="http://schemas.microsoft.com/office/drawing/2016/SVG/main" r:embed="rId3"/>
              </a:ext>
            </a:extLst>
          </a:blip>
          <a:srcRect l="81836" t="-4713" b="16530"/>
          <a:stretch/>
        </p:blipFill>
        <p:spPr>
          <a:xfrm>
            <a:off x="11491419" y="164829"/>
            <a:ext cx="424356" cy="459624"/>
          </a:xfrm>
          <a:prstGeom prst="rect">
            <a:avLst/>
          </a:prstGeom>
        </p:spPr>
      </p:pic>
      <p:sp>
        <p:nvSpPr>
          <p:cNvPr id="2" name="Titre 1"/>
          <p:cNvSpPr>
            <a:spLocks noGrp="1"/>
          </p:cNvSpPr>
          <p:nvPr>
            <p:ph type="title"/>
          </p:nvPr>
        </p:nvSpPr>
        <p:spPr>
          <a:xfrm>
            <a:off x="227349" y="0"/>
            <a:ext cx="11125236" cy="1104900"/>
          </a:xfrm>
        </p:spPr>
        <p:txBody>
          <a:bodyPr/>
          <a:lstStyle/>
          <a:p>
            <a:r>
              <a:rPr lang="en-US"/>
              <a:t>Click to edit Master title style</a:t>
            </a:r>
            <a:endParaRPr lang="en-US" dirty="0"/>
          </a:p>
        </p:txBody>
      </p:sp>
      <p:sp>
        <p:nvSpPr>
          <p:cNvPr id="16"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6474016"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3032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Tree>
    <p:extLst>
      <p:ext uri="{BB962C8B-B14F-4D97-AF65-F5344CB8AC3E}">
        <p14:creationId xmlns:p14="http://schemas.microsoft.com/office/powerpoint/2010/main" val="263122582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with numbering,  subtitle and content">
    <p:spTree>
      <p:nvGrpSpPr>
        <p:cNvPr id="1" name=""/>
        <p:cNvGrpSpPr/>
        <p:nvPr/>
      </p:nvGrpSpPr>
      <p:grpSpPr>
        <a:xfrm>
          <a:off x="0" y="0"/>
          <a:ext cx="0" cy="0"/>
          <a:chOff x="0" y="0"/>
          <a:chExt cx="0" cy="0"/>
        </a:xfrm>
      </p:grpSpPr>
      <p:graphicFrame>
        <p:nvGraphicFramePr>
          <p:cNvPr id="15" name="Object 1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6391" name="think-cell Slide" r:id="rId4" imgW="270" imgH="270" progId="TCLayout.ActiveDocument.1">
                  <p:embed/>
                </p:oleObj>
              </mc:Choice>
              <mc:Fallback>
                <p:oleObj name="think-cell Slide" r:id="rId4" imgW="270" imgH="270" progId="TCLayout.ActiveDocument.1">
                  <p:embed/>
                  <p:pic>
                    <p:nvPicPr>
                      <p:cNvPr id="15" name="Object 1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8" name="Rectangle 17"/>
          <p:cNvSpPr/>
          <p:nvPr userDrawn="1"/>
        </p:nvSpPr>
        <p:spPr>
          <a:xfrm>
            <a:off x="0" y="0"/>
            <a:ext cx="919998" cy="4286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510" name="Freeform 6"/>
          <p:cNvSpPr>
            <a:spLocks/>
          </p:cNvSpPr>
          <p:nvPr userDrawn="1"/>
        </p:nvSpPr>
        <p:spPr bwMode="auto">
          <a:xfrm>
            <a:off x="0" y="0"/>
            <a:ext cx="919998" cy="1146174"/>
          </a:xfrm>
          <a:custGeom>
            <a:avLst/>
            <a:gdLst/>
            <a:ahLst/>
            <a:cxnLst>
              <a:cxn ang="0">
                <a:pos x="1681" y="25"/>
              </a:cxn>
              <a:cxn ang="0">
                <a:pos x="1655" y="0"/>
              </a:cxn>
              <a:cxn ang="0">
                <a:pos x="22" y="0"/>
              </a:cxn>
              <a:cxn ang="0">
                <a:pos x="0" y="23"/>
              </a:cxn>
              <a:cxn ang="0">
                <a:pos x="0" y="2095"/>
              </a:cxn>
              <a:cxn ang="0">
                <a:pos x="336" y="2085"/>
              </a:cxn>
              <a:cxn ang="0">
                <a:pos x="682" y="2056"/>
              </a:cxn>
              <a:cxn ang="0">
                <a:pos x="897" y="2032"/>
              </a:cxn>
              <a:cxn ang="0">
                <a:pos x="1082" y="2005"/>
              </a:cxn>
              <a:cxn ang="0">
                <a:pos x="1332" y="1960"/>
              </a:cxn>
              <a:cxn ang="0">
                <a:pos x="1567" y="1911"/>
              </a:cxn>
              <a:cxn ang="0">
                <a:pos x="1680" y="1883"/>
              </a:cxn>
              <a:cxn ang="0">
                <a:pos x="1681" y="25"/>
              </a:cxn>
            </a:cxnLst>
            <a:rect l="0" t="0" r="r" b="b"/>
            <a:pathLst>
              <a:path w="1681" h="2095">
                <a:moveTo>
                  <a:pt x="1681" y="25"/>
                </a:moveTo>
                <a:cubicBezTo>
                  <a:pt x="1681" y="3"/>
                  <a:pt x="1675" y="0"/>
                  <a:pt x="1655" y="0"/>
                </a:cubicBezTo>
                <a:cubicBezTo>
                  <a:pt x="1111" y="1"/>
                  <a:pt x="567" y="1"/>
                  <a:pt x="22" y="0"/>
                </a:cubicBezTo>
                <a:cubicBezTo>
                  <a:pt x="5" y="0"/>
                  <a:pt x="0" y="3"/>
                  <a:pt x="0" y="23"/>
                </a:cubicBezTo>
                <a:cubicBezTo>
                  <a:pt x="0" y="713"/>
                  <a:pt x="0" y="1404"/>
                  <a:pt x="0" y="2095"/>
                </a:cubicBezTo>
                <a:cubicBezTo>
                  <a:pt x="112" y="2091"/>
                  <a:pt x="224" y="2088"/>
                  <a:pt x="336" y="2085"/>
                </a:cubicBezTo>
                <a:cubicBezTo>
                  <a:pt x="452" y="2081"/>
                  <a:pt x="567" y="2068"/>
                  <a:pt x="682" y="2056"/>
                </a:cubicBezTo>
                <a:cubicBezTo>
                  <a:pt x="754" y="2049"/>
                  <a:pt x="826" y="2045"/>
                  <a:pt x="897" y="2032"/>
                </a:cubicBezTo>
                <a:cubicBezTo>
                  <a:pt x="958" y="2020"/>
                  <a:pt x="1021" y="2018"/>
                  <a:pt x="1082" y="2005"/>
                </a:cubicBezTo>
                <a:cubicBezTo>
                  <a:pt x="1165" y="1989"/>
                  <a:pt x="1249" y="1977"/>
                  <a:pt x="1332" y="1960"/>
                </a:cubicBezTo>
                <a:cubicBezTo>
                  <a:pt x="1410" y="1945"/>
                  <a:pt x="1489" y="1928"/>
                  <a:pt x="1567" y="1911"/>
                </a:cubicBezTo>
                <a:cubicBezTo>
                  <a:pt x="1605" y="1904"/>
                  <a:pt x="1643" y="1895"/>
                  <a:pt x="1680" y="1883"/>
                </a:cubicBezTo>
                <a:cubicBezTo>
                  <a:pt x="1680" y="1263"/>
                  <a:pt x="1680" y="644"/>
                  <a:pt x="1681" y="25"/>
                </a:cubicBez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2" name="Title 1"/>
          <p:cNvSpPr>
            <a:spLocks noGrp="1"/>
          </p:cNvSpPr>
          <p:nvPr>
            <p:ph type="title"/>
          </p:nvPr>
        </p:nvSpPr>
        <p:spPr>
          <a:xfrm>
            <a:off x="974872" y="0"/>
            <a:ext cx="10377711"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7" y="1815351"/>
            <a:ext cx="11700000" cy="4467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974872" y="1148607"/>
            <a:ext cx="10940903" cy="504056"/>
          </a:xfrm>
          <a:prstGeom prst="rect">
            <a:avLst/>
          </a:prstGeom>
        </p:spPr>
        <p:txBody>
          <a:bodyPr/>
          <a:lstStyle>
            <a:lvl1pPr>
              <a:defRPr>
                <a:solidFill>
                  <a:schemeClr val="accent2"/>
                </a:solidFill>
              </a:defRPr>
            </a:lvl1pPr>
          </a:lstStyle>
          <a:p>
            <a:pPr lvl="0"/>
            <a:r>
              <a:rPr lang="en-US" dirty="0"/>
              <a:t>Click to edit Master subtitle styles</a:t>
            </a:r>
          </a:p>
        </p:txBody>
      </p:sp>
      <p:sp>
        <p:nvSpPr>
          <p:cNvPr id="17" name="Text Placeholder 16"/>
          <p:cNvSpPr>
            <a:spLocks noGrp="1"/>
          </p:cNvSpPr>
          <p:nvPr>
            <p:ph type="body" sz="quarter" idx="12" hasCustomPrompt="1"/>
          </p:nvPr>
        </p:nvSpPr>
        <p:spPr>
          <a:xfrm>
            <a:off x="0" y="48742"/>
            <a:ext cx="914400" cy="914400"/>
          </a:xfrm>
        </p:spPr>
        <p:txBody>
          <a:bodyPr anchor="ctr">
            <a:normAutofit/>
          </a:bodyPr>
          <a:lstStyle>
            <a:lvl1pPr marL="0" indent="0" algn="ctr" defTabSz="914400" rtl="0" eaLnBrk="1" latinLnBrk="0" hangingPunct="1">
              <a:lnSpc>
                <a:spcPct val="90000"/>
              </a:lnSpc>
              <a:spcBef>
                <a:spcPts val="1000"/>
              </a:spcBef>
              <a:buFont typeface="Arial" panose="020B0604020202020204" pitchFamily="34" charset="0"/>
              <a:buNone/>
              <a:defRPr lang="en-GB" sz="4000" kern="1200" dirty="0">
                <a:solidFill>
                  <a:schemeClr val="bg1"/>
                </a:solidFill>
                <a:latin typeface="Verdana" panose="020B0604030504040204" pitchFamily="34" charset="0"/>
                <a:ea typeface="Verdana" panose="020B0604030504040204" pitchFamily="34" charset="0"/>
                <a:cs typeface="Verdana" panose="020B0604030504040204" pitchFamily="34" charset="0"/>
              </a:defRPr>
            </a:lvl1pPr>
          </a:lstStyle>
          <a:p>
            <a:pPr lvl="0"/>
            <a:r>
              <a:rPr lang="en-US" dirty="0"/>
              <a:t>#</a:t>
            </a:r>
            <a:endParaRPr lang="en-GB" dirty="0"/>
          </a:p>
        </p:txBody>
      </p:sp>
    </p:spTree>
    <p:extLst>
      <p:ext uri="{BB962C8B-B14F-4D97-AF65-F5344CB8AC3E}">
        <p14:creationId xmlns:p14="http://schemas.microsoft.com/office/powerpoint/2010/main" val="1305334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7415" name="think-cell Slide" r:id="rId4" imgW="270" imgH="270" progId="TCLayout.ActiveDocument.1">
                  <p:embed/>
                </p:oleObj>
              </mc:Choice>
              <mc:Fallback>
                <p:oleObj name="think-cell Slide" r:id="rId4" imgW="270" imgH="270" progId="TCLayout.ActiveDocument.1">
                  <p:embed/>
                  <p:pic>
                    <p:nvPicPr>
                      <p:cNvPr id="5" name="Object 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101432243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Single Profile">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F5F5AEA1-6A77-4676-B8B3-EF658F5F8430}"/>
              </a:ext>
            </a:extLst>
          </p:cNvPr>
          <p:cNvSpPr/>
          <p:nvPr userDrawn="1"/>
        </p:nvSpPr>
        <p:spPr>
          <a:xfrm flipV="1">
            <a:off x="1" y="0"/>
            <a:ext cx="5204012" cy="3119718"/>
          </a:xfrm>
          <a:custGeom>
            <a:avLst/>
            <a:gdLst>
              <a:gd name="connsiteX0" fmla="*/ 2836724 w 6262141"/>
              <a:gd name="connsiteY0" fmla="*/ 775 h 4159686"/>
              <a:gd name="connsiteX1" fmla="*/ 3822188 w 6262141"/>
              <a:gd name="connsiteY1" fmla="*/ 22965 h 4159686"/>
              <a:gd name="connsiteX2" fmla="*/ 5982756 w 6262141"/>
              <a:gd name="connsiteY2" fmla="*/ 3706589 h 4159686"/>
              <a:gd name="connsiteX3" fmla="*/ 6262141 w 6262141"/>
              <a:gd name="connsiteY3" fmla="*/ 4159686 h 4159686"/>
              <a:gd name="connsiteX4" fmla="*/ 0 w 6262141"/>
              <a:gd name="connsiteY4" fmla="*/ 4159686 h 4159686"/>
              <a:gd name="connsiteX5" fmla="*/ 0 w 6262141"/>
              <a:gd name="connsiteY5" fmla="*/ 3700458 h 4159686"/>
              <a:gd name="connsiteX6" fmla="*/ 0 w 6262141"/>
              <a:gd name="connsiteY6" fmla="*/ 3329154 h 4159686"/>
              <a:gd name="connsiteX7" fmla="*/ 0 w 6262141"/>
              <a:gd name="connsiteY7" fmla="*/ 2944589 h 4159686"/>
              <a:gd name="connsiteX8" fmla="*/ 0 w 6262141"/>
              <a:gd name="connsiteY8" fmla="*/ 2546533 h 4159686"/>
              <a:gd name="connsiteX9" fmla="*/ 0 w 6262141"/>
              <a:gd name="connsiteY9" fmla="*/ 2134752 h 4159686"/>
              <a:gd name="connsiteX10" fmla="*/ 0 w 6262141"/>
              <a:gd name="connsiteY10" fmla="*/ 1709014 h 4159686"/>
              <a:gd name="connsiteX11" fmla="*/ 0 w 6262141"/>
              <a:gd name="connsiteY11" fmla="*/ 1269085 h 4159686"/>
              <a:gd name="connsiteX12" fmla="*/ 0 w 6262141"/>
              <a:gd name="connsiteY12" fmla="*/ 814735 h 4159686"/>
              <a:gd name="connsiteX13" fmla="*/ 0 w 6262141"/>
              <a:gd name="connsiteY13" fmla="*/ 345728 h 4159686"/>
              <a:gd name="connsiteX14" fmla="*/ 2836724 w 6262141"/>
              <a:gd name="connsiteY14" fmla="*/ 775 h 4159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262141" h="4159686">
                <a:moveTo>
                  <a:pt x="2836724" y="775"/>
                </a:moveTo>
                <a:cubicBezTo>
                  <a:pt x="3163345" y="-2587"/>
                  <a:pt x="3492318" y="5034"/>
                  <a:pt x="3822188" y="22965"/>
                </a:cubicBezTo>
                <a:cubicBezTo>
                  <a:pt x="4104550" y="1058496"/>
                  <a:pt x="5095168" y="2317803"/>
                  <a:pt x="5982756" y="3706589"/>
                </a:cubicBezTo>
                <a:lnTo>
                  <a:pt x="6262141" y="4159686"/>
                </a:lnTo>
                <a:lnTo>
                  <a:pt x="0" y="4159686"/>
                </a:lnTo>
                <a:lnTo>
                  <a:pt x="0" y="3700458"/>
                </a:lnTo>
                <a:lnTo>
                  <a:pt x="0" y="3329154"/>
                </a:lnTo>
                <a:lnTo>
                  <a:pt x="0" y="2944589"/>
                </a:lnTo>
                <a:lnTo>
                  <a:pt x="0" y="2546533"/>
                </a:lnTo>
                <a:lnTo>
                  <a:pt x="0" y="2134752"/>
                </a:lnTo>
                <a:lnTo>
                  <a:pt x="0" y="1709014"/>
                </a:lnTo>
                <a:lnTo>
                  <a:pt x="0" y="1269085"/>
                </a:lnTo>
                <a:lnTo>
                  <a:pt x="0" y="814735"/>
                </a:lnTo>
                <a:lnTo>
                  <a:pt x="0" y="345728"/>
                </a:lnTo>
                <a:cubicBezTo>
                  <a:pt x="898178" y="119794"/>
                  <a:pt x="1856863" y="10862"/>
                  <a:pt x="2836724" y="775"/>
                </a:cubicBezTo>
                <a:close/>
              </a:path>
            </a:pathLst>
          </a:custGeom>
          <a:solidFill>
            <a:srgbClr val="12AB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dirty="0"/>
          </a:p>
        </p:txBody>
      </p:sp>
      <p:sp>
        <p:nvSpPr>
          <p:cNvPr id="26" name="Text Placeholder 4">
            <a:extLst>
              <a:ext uri="{FF2B5EF4-FFF2-40B4-BE49-F238E27FC236}">
                <a16:creationId xmlns:a16="http://schemas.microsoft.com/office/drawing/2014/main" id="{7E551D69-F21D-4601-B4BD-97ECB52F39D6}"/>
              </a:ext>
            </a:extLst>
          </p:cNvPr>
          <p:cNvSpPr>
            <a:spLocks noGrp="1"/>
          </p:cNvSpPr>
          <p:nvPr>
            <p:ph type="body" sz="quarter" idx="14" hasCustomPrompt="1"/>
          </p:nvPr>
        </p:nvSpPr>
        <p:spPr>
          <a:xfrm>
            <a:off x="783129" y="5278426"/>
            <a:ext cx="3296647" cy="331986"/>
          </a:xfrm>
          <a:prstGeom prst="rect">
            <a:avLst/>
          </a:prstGeom>
          <a:noFill/>
        </p:spPr>
        <p:txBody>
          <a:bodyPr anchor="ctr">
            <a:noAutofit/>
          </a:bodyPr>
          <a:lstStyle>
            <a:lvl1pPr algn="l">
              <a:defRPr sz="1600" b="1">
                <a:solidFill>
                  <a:schemeClr val="accent2"/>
                </a:solidFill>
              </a:defRPr>
            </a:lvl1pPr>
            <a:lvl2pPr>
              <a:defRPr sz="1400"/>
            </a:lvl2pPr>
            <a:lvl3pPr>
              <a:defRPr sz="1200"/>
            </a:lvl3pPr>
            <a:lvl4pPr>
              <a:defRPr sz="1100"/>
            </a:lvl4pPr>
            <a:lvl5pPr>
              <a:defRPr sz="1100"/>
            </a:lvl5pPr>
          </a:lstStyle>
          <a:p>
            <a:pPr lvl="0"/>
            <a:r>
              <a:rPr lang="en-US" dirty="0"/>
              <a:t>Insert education </a:t>
            </a:r>
          </a:p>
        </p:txBody>
      </p:sp>
      <p:sp>
        <p:nvSpPr>
          <p:cNvPr id="23" name="Text Placeholder 4">
            <a:extLst>
              <a:ext uri="{FF2B5EF4-FFF2-40B4-BE49-F238E27FC236}">
                <a16:creationId xmlns:a16="http://schemas.microsoft.com/office/drawing/2014/main" id="{BC359575-5CC3-4B2F-91E7-19D6A150BE7B}"/>
              </a:ext>
            </a:extLst>
          </p:cNvPr>
          <p:cNvSpPr>
            <a:spLocks noGrp="1"/>
          </p:cNvSpPr>
          <p:nvPr>
            <p:ph type="body" sz="quarter" idx="13" hasCustomPrompt="1"/>
          </p:nvPr>
        </p:nvSpPr>
        <p:spPr>
          <a:xfrm>
            <a:off x="783129" y="3916350"/>
            <a:ext cx="3296647" cy="412363"/>
          </a:xfrm>
          <a:prstGeom prst="rect">
            <a:avLst/>
          </a:prstGeom>
          <a:noFill/>
        </p:spPr>
        <p:txBody>
          <a:bodyPr anchor="ctr">
            <a:noAutofit/>
          </a:bodyPr>
          <a:lstStyle>
            <a:lvl1pPr algn="l">
              <a:defRPr sz="2000" b="1">
                <a:solidFill>
                  <a:schemeClr val="accent2"/>
                </a:solidFill>
              </a:defRPr>
            </a:lvl1pPr>
            <a:lvl2pPr>
              <a:defRPr sz="1400"/>
            </a:lvl2pPr>
            <a:lvl3pPr>
              <a:defRPr sz="1200"/>
            </a:lvl3pPr>
            <a:lvl4pPr>
              <a:defRPr sz="1100"/>
            </a:lvl4pPr>
            <a:lvl5pPr>
              <a:defRPr sz="1100"/>
            </a:lvl5pPr>
          </a:lstStyle>
          <a:p>
            <a:pPr lvl="0"/>
            <a:r>
              <a:rPr lang="en-US" dirty="0"/>
              <a:t>Insert Name</a:t>
            </a:r>
          </a:p>
        </p:txBody>
      </p:sp>
      <p:sp>
        <p:nvSpPr>
          <p:cNvPr id="24" name="Text Placeholder 7">
            <a:extLst>
              <a:ext uri="{FF2B5EF4-FFF2-40B4-BE49-F238E27FC236}">
                <a16:creationId xmlns:a16="http://schemas.microsoft.com/office/drawing/2014/main" id="{53745724-67BB-4475-9660-FEEE12268615}"/>
              </a:ext>
            </a:extLst>
          </p:cNvPr>
          <p:cNvSpPr>
            <a:spLocks noGrp="1"/>
          </p:cNvSpPr>
          <p:nvPr>
            <p:ph type="body" sz="quarter" idx="10" hasCustomPrompt="1"/>
          </p:nvPr>
        </p:nvSpPr>
        <p:spPr>
          <a:xfrm>
            <a:off x="782081" y="4344097"/>
            <a:ext cx="3304144" cy="894840"/>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27" name="Text Placeholder 7">
            <a:extLst>
              <a:ext uri="{FF2B5EF4-FFF2-40B4-BE49-F238E27FC236}">
                <a16:creationId xmlns:a16="http://schemas.microsoft.com/office/drawing/2014/main" id="{C78431F2-3F85-4748-A6BC-A08250A6D354}"/>
              </a:ext>
            </a:extLst>
          </p:cNvPr>
          <p:cNvSpPr>
            <a:spLocks noGrp="1"/>
          </p:cNvSpPr>
          <p:nvPr>
            <p:ph type="body" sz="quarter" idx="15" hasCustomPrompt="1"/>
          </p:nvPr>
        </p:nvSpPr>
        <p:spPr>
          <a:xfrm>
            <a:off x="782081" y="5601397"/>
            <a:ext cx="3297695" cy="713864"/>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13" name="Oval 20">
            <a:extLst>
              <a:ext uri="{FF2B5EF4-FFF2-40B4-BE49-F238E27FC236}">
                <a16:creationId xmlns:a16="http://schemas.microsoft.com/office/drawing/2014/main" id="{1EFB3510-D39A-47CF-8191-109DDF9E53D5}"/>
              </a:ext>
            </a:extLst>
          </p:cNvPr>
          <p:cNvSpPr/>
          <p:nvPr userDrawn="1"/>
        </p:nvSpPr>
        <p:spPr>
          <a:xfrm>
            <a:off x="1381192" y="1147034"/>
            <a:ext cx="2609222" cy="2465696"/>
          </a:xfrm>
          <a:custGeom>
            <a:avLst/>
            <a:gdLst>
              <a:gd name="connsiteX0" fmla="*/ 0 w 3314251"/>
              <a:gd name="connsiteY0" fmla="*/ 1564410 h 3128820"/>
              <a:gd name="connsiteX1" fmla="*/ 1657126 w 3314251"/>
              <a:gd name="connsiteY1" fmla="*/ 0 h 3128820"/>
              <a:gd name="connsiteX2" fmla="*/ 3314252 w 3314251"/>
              <a:gd name="connsiteY2" fmla="*/ 1564410 h 3128820"/>
              <a:gd name="connsiteX3" fmla="*/ 1657126 w 3314251"/>
              <a:gd name="connsiteY3" fmla="*/ 3128820 h 3128820"/>
              <a:gd name="connsiteX4" fmla="*/ 0 w 3314251"/>
              <a:gd name="connsiteY4" fmla="*/ 1564410 h 3128820"/>
              <a:gd name="connsiteX0" fmla="*/ 0 w 3314252"/>
              <a:gd name="connsiteY0" fmla="*/ 1564410 h 3128820"/>
              <a:gd name="connsiteX1" fmla="*/ 1657126 w 3314252"/>
              <a:gd name="connsiteY1" fmla="*/ 0 h 3128820"/>
              <a:gd name="connsiteX2" fmla="*/ 3314252 w 3314252"/>
              <a:gd name="connsiteY2" fmla="*/ 1564410 h 3128820"/>
              <a:gd name="connsiteX3" fmla="*/ 1657126 w 3314252"/>
              <a:gd name="connsiteY3" fmla="*/ 3128820 h 3128820"/>
              <a:gd name="connsiteX4" fmla="*/ 0 w 3314252"/>
              <a:gd name="connsiteY4" fmla="*/ 1564410 h 3128820"/>
              <a:gd name="connsiteX0" fmla="*/ 0 w 3314252"/>
              <a:gd name="connsiteY0" fmla="*/ 1565821 h 3130231"/>
              <a:gd name="connsiteX1" fmla="*/ 1657126 w 3314252"/>
              <a:gd name="connsiteY1" fmla="*/ 1411 h 3130231"/>
              <a:gd name="connsiteX2" fmla="*/ 3314252 w 3314252"/>
              <a:gd name="connsiteY2" fmla="*/ 1565821 h 3130231"/>
              <a:gd name="connsiteX3" fmla="*/ 1657126 w 3314252"/>
              <a:gd name="connsiteY3" fmla="*/ 3130231 h 3130231"/>
              <a:gd name="connsiteX4" fmla="*/ 0 w 3314252"/>
              <a:gd name="connsiteY4" fmla="*/ 1565821 h 3130231"/>
              <a:gd name="connsiteX0" fmla="*/ 0 w 3314252"/>
              <a:gd name="connsiteY0" fmla="*/ 1567937 h 3132347"/>
              <a:gd name="connsiteX1" fmla="*/ 1657126 w 3314252"/>
              <a:gd name="connsiteY1" fmla="*/ 3527 h 3132347"/>
              <a:gd name="connsiteX2" fmla="*/ 3314252 w 3314252"/>
              <a:gd name="connsiteY2" fmla="*/ 1567937 h 3132347"/>
              <a:gd name="connsiteX3" fmla="*/ 1657126 w 3314252"/>
              <a:gd name="connsiteY3" fmla="*/ 3132347 h 3132347"/>
              <a:gd name="connsiteX4" fmla="*/ 0 w 3314252"/>
              <a:gd name="connsiteY4" fmla="*/ 1567937 h 3132347"/>
              <a:gd name="connsiteX0" fmla="*/ 0 w 3314252"/>
              <a:gd name="connsiteY0" fmla="*/ 1564505 h 3128915"/>
              <a:gd name="connsiteX1" fmla="*/ 1657126 w 3314252"/>
              <a:gd name="connsiteY1" fmla="*/ 95 h 3128915"/>
              <a:gd name="connsiteX2" fmla="*/ 3314252 w 3314252"/>
              <a:gd name="connsiteY2" fmla="*/ 1564505 h 3128915"/>
              <a:gd name="connsiteX3" fmla="*/ 1657126 w 3314252"/>
              <a:gd name="connsiteY3" fmla="*/ 3128915 h 3128915"/>
              <a:gd name="connsiteX4" fmla="*/ 0 w 3314252"/>
              <a:gd name="connsiteY4" fmla="*/ 1564505 h 3128915"/>
              <a:gd name="connsiteX0" fmla="*/ 0 w 3314252"/>
              <a:gd name="connsiteY0" fmla="*/ 1565503 h 3129913"/>
              <a:gd name="connsiteX1" fmla="*/ 1657126 w 3314252"/>
              <a:gd name="connsiteY1" fmla="*/ 1093 h 3129913"/>
              <a:gd name="connsiteX2" fmla="*/ 3314252 w 3314252"/>
              <a:gd name="connsiteY2" fmla="*/ 1565503 h 3129913"/>
              <a:gd name="connsiteX3" fmla="*/ 1657126 w 3314252"/>
              <a:gd name="connsiteY3" fmla="*/ 3129913 h 3129913"/>
              <a:gd name="connsiteX4" fmla="*/ 0 w 3314252"/>
              <a:gd name="connsiteY4" fmla="*/ 1565503 h 3129913"/>
              <a:gd name="connsiteX0" fmla="*/ 0 w 3314252"/>
              <a:gd name="connsiteY0" fmla="*/ 1564410 h 3128820"/>
              <a:gd name="connsiteX1" fmla="*/ 1657126 w 3314252"/>
              <a:gd name="connsiteY1" fmla="*/ 0 h 3128820"/>
              <a:gd name="connsiteX2" fmla="*/ 3314252 w 3314252"/>
              <a:gd name="connsiteY2" fmla="*/ 1564410 h 3128820"/>
              <a:gd name="connsiteX3" fmla="*/ 1657126 w 3314252"/>
              <a:gd name="connsiteY3" fmla="*/ 3128820 h 3128820"/>
              <a:gd name="connsiteX4" fmla="*/ 0 w 3314252"/>
              <a:gd name="connsiteY4" fmla="*/ 1564410 h 3128820"/>
              <a:gd name="connsiteX0" fmla="*/ 0 w 3314252"/>
              <a:gd name="connsiteY0" fmla="*/ 1564433 h 3128843"/>
              <a:gd name="connsiteX1" fmla="*/ 1657126 w 3314252"/>
              <a:gd name="connsiteY1" fmla="*/ 23 h 3128843"/>
              <a:gd name="connsiteX2" fmla="*/ 3314252 w 3314252"/>
              <a:gd name="connsiteY2" fmla="*/ 1564433 h 3128843"/>
              <a:gd name="connsiteX3" fmla="*/ 1657126 w 3314252"/>
              <a:gd name="connsiteY3" fmla="*/ 3128843 h 3128843"/>
              <a:gd name="connsiteX4" fmla="*/ 0 w 3314252"/>
              <a:gd name="connsiteY4" fmla="*/ 1564433 h 3128843"/>
              <a:gd name="connsiteX0" fmla="*/ 0 w 3314252"/>
              <a:gd name="connsiteY0" fmla="*/ 1564433 h 3129053"/>
              <a:gd name="connsiteX1" fmla="*/ 1657126 w 3314252"/>
              <a:gd name="connsiteY1" fmla="*/ 23 h 3129053"/>
              <a:gd name="connsiteX2" fmla="*/ 3314252 w 3314252"/>
              <a:gd name="connsiteY2" fmla="*/ 1564433 h 3129053"/>
              <a:gd name="connsiteX3" fmla="*/ 1657126 w 3314252"/>
              <a:gd name="connsiteY3" fmla="*/ 3128843 h 3129053"/>
              <a:gd name="connsiteX4" fmla="*/ 0 w 3314252"/>
              <a:gd name="connsiteY4" fmla="*/ 1564433 h 3129053"/>
              <a:gd name="connsiteX0" fmla="*/ 0 w 3314252"/>
              <a:gd name="connsiteY0" fmla="*/ 1564433 h 3131880"/>
              <a:gd name="connsiteX1" fmla="*/ 1657126 w 3314252"/>
              <a:gd name="connsiteY1" fmla="*/ 23 h 3131880"/>
              <a:gd name="connsiteX2" fmla="*/ 3314252 w 3314252"/>
              <a:gd name="connsiteY2" fmla="*/ 1564433 h 3131880"/>
              <a:gd name="connsiteX3" fmla="*/ 1657126 w 3314252"/>
              <a:gd name="connsiteY3" fmla="*/ 3128843 h 3131880"/>
              <a:gd name="connsiteX4" fmla="*/ 0 w 3314252"/>
              <a:gd name="connsiteY4" fmla="*/ 1564433 h 3131880"/>
              <a:gd name="connsiteX0" fmla="*/ 0 w 3314252"/>
              <a:gd name="connsiteY0" fmla="*/ 1564433 h 3131423"/>
              <a:gd name="connsiteX1" fmla="*/ 1657126 w 3314252"/>
              <a:gd name="connsiteY1" fmla="*/ 23 h 3131423"/>
              <a:gd name="connsiteX2" fmla="*/ 3314252 w 3314252"/>
              <a:gd name="connsiteY2" fmla="*/ 1564433 h 3131423"/>
              <a:gd name="connsiteX3" fmla="*/ 1657126 w 3314252"/>
              <a:gd name="connsiteY3" fmla="*/ 3128843 h 3131423"/>
              <a:gd name="connsiteX4" fmla="*/ 0 w 3314252"/>
              <a:gd name="connsiteY4" fmla="*/ 1564433 h 31314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4252" h="3131423">
                <a:moveTo>
                  <a:pt x="0" y="1564433"/>
                </a:moveTo>
                <a:cubicBezTo>
                  <a:pt x="0" y="700433"/>
                  <a:pt x="775256" y="19074"/>
                  <a:pt x="1657126" y="23"/>
                </a:cubicBezTo>
                <a:cubicBezTo>
                  <a:pt x="2639009" y="-4740"/>
                  <a:pt x="3314252" y="700433"/>
                  <a:pt x="3314252" y="1564433"/>
                </a:cubicBezTo>
                <a:cubicBezTo>
                  <a:pt x="3314252" y="2428433"/>
                  <a:pt x="2367543" y="3071694"/>
                  <a:pt x="1657126" y="3128843"/>
                </a:cubicBezTo>
                <a:cubicBezTo>
                  <a:pt x="665721" y="3181230"/>
                  <a:pt x="0" y="2428433"/>
                  <a:pt x="0" y="1564433"/>
                </a:cubicBezTo>
                <a:close/>
              </a:path>
            </a:pathLst>
          </a:custGeom>
          <a:solidFill>
            <a:srgbClr val="95E61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a:p>
        </p:txBody>
      </p:sp>
    </p:spTree>
    <p:extLst>
      <p:ext uri="{BB962C8B-B14F-4D97-AF65-F5344CB8AC3E}">
        <p14:creationId xmlns:p14="http://schemas.microsoft.com/office/powerpoint/2010/main" val="33030721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dirty="0">
                <a:solidFill>
                  <a:schemeClr val="bg1"/>
                </a:solidFill>
                <a:latin typeface="+mn-lt"/>
                <a:cs typeface="Arial"/>
              </a:rPr>
              <a:t>This message contains information that may be privileged or confidential and is the property of the Capgemini Group.</a:t>
            </a:r>
            <a:br>
              <a:rPr lang="en-US" sz="800" noProof="0" dirty="0">
                <a:solidFill>
                  <a:schemeClr val="bg1"/>
                </a:solidFill>
                <a:latin typeface="+mn-lt"/>
                <a:cs typeface="Arial"/>
              </a:rPr>
            </a:br>
            <a:r>
              <a:rPr lang="en-US" sz="800" noProof="0" dirty="0">
                <a:solidFill>
                  <a:schemeClr val="bg1"/>
                </a:solidFill>
                <a:latin typeface="Arial"/>
                <a:cs typeface="Arial"/>
              </a:rPr>
              <a:t>Copyright © 2019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dirty="0">
                <a:solidFill>
                  <a:schemeClr val="bg1"/>
                </a:solidFill>
                <a:latin typeface="Arial"/>
                <a:cs typeface="Arial"/>
              </a:rPr>
              <a:t>Rightshore</a:t>
            </a:r>
            <a:r>
              <a:rPr lang="en-US" sz="800" baseline="30000" noProof="0" dirty="0">
                <a:solidFill>
                  <a:schemeClr val="bg1"/>
                </a:solidFill>
                <a:latin typeface="Arial"/>
                <a:cs typeface="Arial"/>
              </a:rPr>
              <a:t>®</a:t>
            </a:r>
            <a:r>
              <a:rPr lang="en-US" sz="800" noProof="0" dirty="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dirty="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pic>
        <p:nvPicPr>
          <p:cNvPr id="29" name="Picture 28"/>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
        <p:nvSpPr>
          <p:cNvPr id="22" name="Rectangle 21">
            <a:extLst>
              <a:ext uri="{FF2B5EF4-FFF2-40B4-BE49-F238E27FC236}">
                <a16:creationId xmlns:a16="http://schemas.microsoft.com/office/drawing/2014/main" id="{E8908264-69B6-46C3-BC5E-E71F4E6DCBC3}"/>
              </a:ext>
            </a:extLst>
          </p:cNvPr>
          <p:cNvSpPr/>
          <p:nvPr userDrawn="1"/>
        </p:nvSpPr>
        <p:spPr>
          <a:xfrm>
            <a:off x="6536184" y="2886346"/>
            <a:ext cx="5247829"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kern="1200" dirty="0">
                <a:solidFill>
                  <a:schemeClr val="tx1"/>
                </a:solidFill>
                <a:effectLst/>
                <a:latin typeface="+mn-lt"/>
                <a:ea typeface="+mn-ea"/>
                <a:cs typeface="+mn-cs"/>
              </a:rPr>
              <a:t>A global leader in consulting, technology services and digital transformation, Capgemini is at the forefront of innovation to address the entire breadth of clients’ opportunities in the evolving world of cloud, digital and platforms. </a:t>
            </a:r>
            <a:r>
              <a:rPr lang="en-GB" sz="900" kern="1200" dirty="0">
                <a:solidFill>
                  <a:schemeClr val="tx1"/>
                </a:solidFill>
                <a:effectLst/>
                <a:latin typeface="+mn-lt"/>
                <a:ea typeface="+mn-ea"/>
                <a:cs typeface="+mn-cs"/>
              </a:rPr>
              <a:t>Building on its strong 50-year heritage and deep industry-specific expertise, Capgemini enables organizations to realize their business ambitions through an array of services </a:t>
            </a:r>
            <a:r>
              <a:rPr lang="en-US" sz="900" kern="1200" dirty="0">
                <a:solidFill>
                  <a:schemeClr val="tx1"/>
                </a:solidFill>
                <a:effectLst/>
                <a:latin typeface="+mn-lt"/>
                <a:ea typeface="+mn-ea"/>
                <a:cs typeface="+mn-cs"/>
              </a:rPr>
              <a:t>from strategy to operations. Capgemini is driven by the conviction that the business value of technology comes from and through people. It is a multicultural company of 200,000 team members in over 40 countries. The Group reported 2018 global revenues of EUR 13.2 billion.</a:t>
            </a:r>
          </a:p>
        </p:txBody>
      </p:sp>
      <p:sp>
        <p:nvSpPr>
          <p:cNvPr id="28" name="Rectangle 27">
            <a:extLst>
              <a:ext uri="{FF2B5EF4-FFF2-40B4-BE49-F238E27FC236}">
                <a16:creationId xmlns:a16="http://schemas.microsoft.com/office/drawing/2014/main" id="{F4BD3913-98BD-4928-8844-07710E664913}"/>
              </a:ext>
            </a:extLst>
          </p:cNvPr>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dirty="0">
                <a:solidFill>
                  <a:schemeClr val="accent1"/>
                </a:solidFill>
              </a:rPr>
              <a:t>About Capgemini</a:t>
            </a:r>
          </a:p>
        </p:txBody>
      </p:sp>
      <p:sp>
        <p:nvSpPr>
          <p:cNvPr id="30" name="Rectangle 29">
            <a:hlinkClick r:id="rId13"/>
            <a:extLst>
              <a:ext uri="{FF2B5EF4-FFF2-40B4-BE49-F238E27FC236}">
                <a16:creationId xmlns:a16="http://schemas.microsoft.com/office/drawing/2014/main" id="{C02D1075-18AF-446B-8E8B-8F7A7B83644F}"/>
              </a:ext>
            </a:extLst>
          </p:cNvPr>
          <p:cNvSpPr/>
          <p:nvPr userDrawn="1"/>
        </p:nvSpPr>
        <p:spPr>
          <a:xfrm>
            <a:off x="6536184" y="436790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lnSpc>
                <a:spcPts val="1400"/>
              </a:lnSpc>
              <a:spcAft>
                <a:spcPts val="600"/>
              </a:spcAft>
            </a:pPr>
            <a:r>
              <a:rPr lang="en-US" sz="900" dirty="0">
                <a:solidFill>
                  <a:schemeClr val="tx1"/>
                </a:solidFill>
              </a:rPr>
              <a:t>Learn more about us at</a:t>
            </a:r>
            <a:br>
              <a:rPr lang="en-US" sz="900" dirty="0">
                <a:solidFill>
                  <a:schemeClr val="tx1"/>
                </a:solidFill>
              </a:rPr>
            </a:br>
            <a:r>
              <a:rPr lang="en-US" sz="1400" dirty="0">
                <a:solidFill>
                  <a:schemeClr val="accent2"/>
                </a:solidFill>
              </a:rPr>
              <a:t>www.capgemini.com </a:t>
            </a:r>
          </a:p>
        </p:txBody>
      </p:sp>
    </p:spTree>
    <p:extLst>
      <p:ext uri="{BB962C8B-B14F-4D97-AF65-F5344CB8AC3E}">
        <p14:creationId xmlns:p14="http://schemas.microsoft.com/office/powerpoint/2010/main" val="82386050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8439" name="think-cell Slide" r:id="rId4" imgW="270" imgH="270" progId="TCLayout.ActiveDocument.1">
                  <p:embed/>
                </p:oleObj>
              </mc:Choice>
              <mc:Fallback>
                <p:oleObj name="think-cell Slide" r:id="rId4" imgW="270" imgH="270" progId="TCLayout.ActiveDocument.1">
                  <p:embed/>
                  <p:pic>
                    <p:nvPicPr>
                      <p:cNvPr id="9" name="Object 8"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72499700"/>
      </p:ext>
    </p:extLst>
  </p:cSld>
  <p:clrMapOvr>
    <a:masterClrMapping/>
  </p:clrMapOvr>
  <p:extLst>
    <p:ext uri="{DCECCB84-F9BA-43D5-87BE-67443E8EF086}">
      <p15:sldGuideLst xmlns:p15="http://schemas.microsoft.com/office/powerpoint/2012/main">
        <p15:guide id="1" orient="horz" pos="3339">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OnePager Template 2017 NL">
    <p:spTree>
      <p:nvGrpSpPr>
        <p:cNvPr id="1" name=""/>
        <p:cNvGrpSpPr/>
        <p:nvPr/>
      </p:nvGrpSpPr>
      <p:grpSpPr>
        <a:xfrm>
          <a:off x="0" y="0"/>
          <a:ext cx="0" cy="0"/>
          <a:chOff x="0" y="0"/>
          <a:chExt cx="0" cy="0"/>
        </a:xfrm>
      </p:grpSpPr>
      <p:pic>
        <p:nvPicPr>
          <p:cNvPr id="11" name="Picture 3">
            <a:extLst>
              <a:ext uri="{FF2B5EF4-FFF2-40B4-BE49-F238E27FC236}">
                <a16:creationId xmlns:a16="http://schemas.microsoft.com/office/drawing/2014/main" id="{9D2BDE31-324A-48D9-B4FF-035BEA6587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700" y="0"/>
            <a:ext cx="12192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TextBox 11">
            <a:extLst>
              <a:ext uri="{FF2B5EF4-FFF2-40B4-BE49-F238E27FC236}">
                <a16:creationId xmlns:a16="http://schemas.microsoft.com/office/drawing/2014/main" id="{E3CEDC4D-033D-4D91-8567-3DB7DAE7163D}"/>
              </a:ext>
            </a:extLst>
          </p:cNvPr>
          <p:cNvSpPr txBox="1">
            <a:spLocks noChangeArrowheads="1"/>
          </p:cNvSpPr>
          <p:nvPr userDrawn="1"/>
        </p:nvSpPr>
        <p:spPr bwMode="auto">
          <a:xfrm>
            <a:off x="626268" y="2469484"/>
            <a:ext cx="1392238" cy="276225"/>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fontAlgn="base">
              <a:spcBef>
                <a:spcPct val="0"/>
              </a:spcBef>
              <a:spcAft>
                <a:spcPct val="0"/>
              </a:spcAft>
              <a:defRPr>
                <a:solidFill>
                  <a:schemeClr val="tx1"/>
                </a:solidFill>
                <a:latin typeface="Verdana" panose="020B0604030504040204" pitchFamily="34" charset="0"/>
              </a:defRPr>
            </a:lvl6pPr>
            <a:lvl7pPr marL="2971800" indent="-228600" fontAlgn="base">
              <a:spcBef>
                <a:spcPct val="0"/>
              </a:spcBef>
              <a:spcAft>
                <a:spcPct val="0"/>
              </a:spcAft>
              <a:defRPr>
                <a:solidFill>
                  <a:schemeClr val="tx1"/>
                </a:solidFill>
                <a:latin typeface="Verdana" panose="020B0604030504040204" pitchFamily="34" charset="0"/>
              </a:defRPr>
            </a:lvl7pPr>
            <a:lvl8pPr marL="3429000" indent="-228600" fontAlgn="base">
              <a:spcBef>
                <a:spcPct val="0"/>
              </a:spcBef>
              <a:spcAft>
                <a:spcPct val="0"/>
              </a:spcAft>
              <a:defRPr>
                <a:solidFill>
                  <a:schemeClr val="tx1"/>
                </a:solidFill>
                <a:latin typeface="Verdana" panose="020B0604030504040204" pitchFamily="34" charset="0"/>
              </a:defRPr>
            </a:lvl8pPr>
            <a:lvl9pPr marL="3886200" indent="-228600" fontAlgn="base">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200" b="1" dirty="0">
                <a:solidFill>
                  <a:srgbClr val="0070AD"/>
                </a:solidFill>
              </a:rPr>
              <a:t>Strengths</a:t>
            </a:r>
          </a:p>
        </p:txBody>
      </p:sp>
      <p:sp>
        <p:nvSpPr>
          <p:cNvPr id="13" name="TextBox 12">
            <a:extLst>
              <a:ext uri="{FF2B5EF4-FFF2-40B4-BE49-F238E27FC236}">
                <a16:creationId xmlns:a16="http://schemas.microsoft.com/office/drawing/2014/main" id="{D339581F-401A-4397-A921-4BD17DB75784}"/>
              </a:ext>
            </a:extLst>
          </p:cNvPr>
          <p:cNvSpPr txBox="1">
            <a:spLocks noChangeArrowheads="1"/>
          </p:cNvSpPr>
          <p:nvPr userDrawn="1"/>
        </p:nvSpPr>
        <p:spPr bwMode="auto">
          <a:xfrm>
            <a:off x="5157789" y="2538372"/>
            <a:ext cx="1876425" cy="277813"/>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fontAlgn="base">
              <a:spcBef>
                <a:spcPct val="0"/>
              </a:spcBef>
              <a:spcAft>
                <a:spcPct val="0"/>
              </a:spcAft>
              <a:defRPr>
                <a:solidFill>
                  <a:schemeClr val="tx1"/>
                </a:solidFill>
                <a:latin typeface="Verdana" panose="020B0604030504040204" pitchFamily="34" charset="0"/>
              </a:defRPr>
            </a:lvl6pPr>
            <a:lvl7pPr marL="2971800" indent="-228600" fontAlgn="base">
              <a:spcBef>
                <a:spcPct val="0"/>
              </a:spcBef>
              <a:spcAft>
                <a:spcPct val="0"/>
              </a:spcAft>
              <a:defRPr>
                <a:solidFill>
                  <a:schemeClr val="tx1"/>
                </a:solidFill>
                <a:latin typeface="Verdana" panose="020B0604030504040204" pitchFamily="34" charset="0"/>
              </a:defRPr>
            </a:lvl7pPr>
            <a:lvl8pPr marL="3429000" indent="-228600" fontAlgn="base">
              <a:spcBef>
                <a:spcPct val="0"/>
              </a:spcBef>
              <a:spcAft>
                <a:spcPct val="0"/>
              </a:spcAft>
              <a:defRPr>
                <a:solidFill>
                  <a:schemeClr val="tx1"/>
                </a:solidFill>
                <a:latin typeface="Verdana" panose="020B0604030504040204" pitchFamily="34" charset="0"/>
              </a:defRPr>
            </a:lvl8pPr>
            <a:lvl9pPr marL="3886200" indent="-228600" fontAlgn="base">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200" b="1" dirty="0">
                <a:solidFill>
                  <a:srgbClr val="0070AD"/>
                </a:solidFill>
              </a:rPr>
              <a:t>Achievement </a:t>
            </a:r>
          </a:p>
        </p:txBody>
      </p:sp>
      <p:sp>
        <p:nvSpPr>
          <p:cNvPr id="14" name="TextBox 13">
            <a:extLst>
              <a:ext uri="{FF2B5EF4-FFF2-40B4-BE49-F238E27FC236}">
                <a16:creationId xmlns:a16="http://schemas.microsoft.com/office/drawing/2014/main" id="{F4598366-533C-437A-8E31-70591EDA43AA}"/>
              </a:ext>
            </a:extLst>
          </p:cNvPr>
          <p:cNvSpPr txBox="1">
            <a:spLocks noChangeArrowheads="1"/>
          </p:cNvSpPr>
          <p:nvPr userDrawn="1"/>
        </p:nvSpPr>
        <p:spPr bwMode="auto">
          <a:xfrm>
            <a:off x="9366250" y="320675"/>
            <a:ext cx="2779713" cy="276225"/>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fontAlgn="base">
              <a:spcBef>
                <a:spcPct val="0"/>
              </a:spcBef>
              <a:spcAft>
                <a:spcPct val="0"/>
              </a:spcAft>
              <a:defRPr>
                <a:solidFill>
                  <a:schemeClr val="tx1"/>
                </a:solidFill>
                <a:latin typeface="Verdana" panose="020B0604030504040204" pitchFamily="34" charset="0"/>
              </a:defRPr>
            </a:lvl6pPr>
            <a:lvl7pPr marL="2971800" indent="-228600" fontAlgn="base">
              <a:spcBef>
                <a:spcPct val="0"/>
              </a:spcBef>
              <a:spcAft>
                <a:spcPct val="0"/>
              </a:spcAft>
              <a:defRPr>
                <a:solidFill>
                  <a:schemeClr val="tx1"/>
                </a:solidFill>
                <a:latin typeface="Verdana" panose="020B0604030504040204" pitchFamily="34" charset="0"/>
              </a:defRPr>
            </a:lvl7pPr>
            <a:lvl8pPr marL="3429000" indent="-228600" fontAlgn="base">
              <a:spcBef>
                <a:spcPct val="0"/>
              </a:spcBef>
              <a:spcAft>
                <a:spcPct val="0"/>
              </a:spcAft>
              <a:defRPr>
                <a:solidFill>
                  <a:schemeClr val="tx1"/>
                </a:solidFill>
                <a:latin typeface="Verdana" panose="020B0604030504040204" pitchFamily="34" charset="0"/>
              </a:defRPr>
            </a:lvl8pPr>
            <a:lvl9pPr marL="3886200" indent="-228600" fontAlgn="base">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200" b="1">
                <a:solidFill>
                  <a:srgbClr val="0070AD"/>
                </a:solidFill>
              </a:rPr>
              <a:t>Education and certificates</a:t>
            </a:r>
          </a:p>
        </p:txBody>
      </p:sp>
      <p:grpSp>
        <p:nvGrpSpPr>
          <p:cNvPr id="15" name="Group 2">
            <a:extLst>
              <a:ext uri="{FF2B5EF4-FFF2-40B4-BE49-F238E27FC236}">
                <a16:creationId xmlns:a16="http://schemas.microsoft.com/office/drawing/2014/main" id="{238FAB7E-E38F-4E04-AA07-A553E5EC0500}"/>
              </a:ext>
            </a:extLst>
          </p:cNvPr>
          <p:cNvGrpSpPr>
            <a:grpSpLocks/>
          </p:cNvGrpSpPr>
          <p:nvPr userDrawn="1"/>
        </p:nvGrpSpPr>
        <p:grpSpPr bwMode="auto">
          <a:xfrm>
            <a:off x="2349500" y="1057275"/>
            <a:ext cx="1566863" cy="1108075"/>
            <a:chOff x="2384425" y="1239838"/>
            <a:chExt cx="1143000" cy="898525"/>
          </a:xfrm>
        </p:grpSpPr>
        <p:sp>
          <p:nvSpPr>
            <p:cNvPr id="17" name="TextBox 11">
              <a:extLst>
                <a:ext uri="{FF2B5EF4-FFF2-40B4-BE49-F238E27FC236}">
                  <a16:creationId xmlns:a16="http://schemas.microsoft.com/office/drawing/2014/main" id="{F1A16182-C8A0-42B8-9931-C972244781EE}"/>
                </a:ext>
              </a:extLst>
            </p:cNvPr>
            <p:cNvSpPr txBox="1">
              <a:spLocks noChangeArrowheads="1"/>
            </p:cNvSpPr>
            <p:nvPr/>
          </p:nvSpPr>
          <p:spPr bwMode="white">
            <a:xfrm>
              <a:off x="2385583" y="1429069"/>
              <a:ext cx="1141842" cy="429953"/>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Base Location:</a:t>
              </a:r>
            </a:p>
          </p:txBody>
        </p:sp>
        <p:sp>
          <p:nvSpPr>
            <p:cNvPr id="18" name="TextBox 12">
              <a:extLst>
                <a:ext uri="{FF2B5EF4-FFF2-40B4-BE49-F238E27FC236}">
                  <a16:creationId xmlns:a16="http://schemas.microsoft.com/office/drawing/2014/main" id="{7CFAE8E2-AB5D-4CF9-8115-B93DB764BCD5}"/>
                </a:ext>
              </a:extLst>
            </p:cNvPr>
            <p:cNvSpPr txBox="1">
              <a:spLocks noChangeArrowheads="1"/>
            </p:cNvSpPr>
            <p:nvPr/>
          </p:nvSpPr>
          <p:spPr bwMode="white">
            <a:xfrm>
              <a:off x="2385583" y="1628598"/>
              <a:ext cx="1141842" cy="212402"/>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Email ID:</a:t>
              </a:r>
            </a:p>
          </p:txBody>
        </p:sp>
        <p:sp>
          <p:nvSpPr>
            <p:cNvPr id="19" name="TextBox 13">
              <a:extLst>
                <a:ext uri="{FF2B5EF4-FFF2-40B4-BE49-F238E27FC236}">
                  <a16:creationId xmlns:a16="http://schemas.microsoft.com/office/drawing/2014/main" id="{6279758B-4941-4EC1-BBBA-6F16A5431D5E}"/>
                </a:ext>
              </a:extLst>
            </p:cNvPr>
            <p:cNvSpPr txBox="1">
              <a:spLocks noChangeArrowheads="1"/>
            </p:cNvSpPr>
            <p:nvPr/>
          </p:nvSpPr>
          <p:spPr bwMode="white">
            <a:xfrm>
              <a:off x="2385583" y="1820404"/>
              <a:ext cx="1141842" cy="212402"/>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Mobile No:</a:t>
              </a:r>
            </a:p>
          </p:txBody>
        </p:sp>
        <p:sp>
          <p:nvSpPr>
            <p:cNvPr id="20" name="Rectangle 19">
              <a:extLst>
                <a:ext uri="{FF2B5EF4-FFF2-40B4-BE49-F238E27FC236}">
                  <a16:creationId xmlns:a16="http://schemas.microsoft.com/office/drawing/2014/main" id="{0FF096E5-D044-4527-937A-B258AF65D442}"/>
                </a:ext>
              </a:extLst>
            </p:cNvPr>
            <p:cNvSpPr/>
            <p:nvPr/>
          </p:nvSpPr>
          <p:spPr bwMode="white">
            <a:xfrm>
              <a:off x="2384425" y="1239838"/>
              <a:ext cx="1104784" cy="8985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grpSp>
      <p:sp>
        <p:nvSpPr>
          <p:cNvPr id="22" name="TextBox 13">
            <a:extLst>
              <a:ext uri="{FF2B5EF4-FFF2-40B4-BE49-F238E27FC236}">
                <a16:creationId xmlns:a16="http://schemas.microsoft.com/office/drawing/2014/main" id="{DD2D64F5-C5D9-4322-B3FC-BC21AF1343F5}"/>
              </a:ext>
            </a:extLst>
          </p:cNvPr>
          <p:cNvSpPr txBox="1">
            <a:spLocks noChangeArrowheads="1"/>
          </p:cNvSpPr>
          <p:nvPr userDrawn="1"/>
        </p:nvSpPr>
        <p:spPr bwMode="white">
          <a:xfrm>
            <a:off x="2357438" y="1990725"/>
            <a:ext cx="1563687" cy="260350"/>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Grade:</a:t>
            </a:r>
          </a:p>
        </p:txBody>
      </p:sp>
      <p:pic>
        <p:nvPicPr>
          <p:cNvPr id="24" name="Picture 8" descr="Strengths">
            <a:extLst>
              <a:ext uri="{FF2B5EF4-FFF2-40B4-BE49-F238E27FC236}">
                <a16:creationId xmlns:a16="http://schemas.microsoft.com/office/drawing/2014/main" id="{19E068FC-C38C-4D71-9A54-1BAA4BDE3EA2}"/>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77788" y="2133600"/>
            <a:ext cx="611187" cy="612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12" descr="Achievement, trophy icon">
            <a:extLst>
              <a:ext uri="{FF2B5EF4-FFF2-40B4-BE49-F238E27FC236}">
                <a16:creationId xmlns:a16="http://schemas.microsoft.com/office/drawing/2014/main" id="{44891430-3EA5-4446-8A82-C16C5949E1A3}"/>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4740275" y="2362200"/>
            <a:ext cx="446088" cy="446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Text Placeholder 5"/>
          <p:cNvSpPr>
            <a:spLocks noGrp="1"/>
          </p:cNvSpPr>
          <p:nvPr>
            <p:ph type="body" sz="quarter" idx="36"/>
          </p:nvPr>
        </p:nvSpPr>
        <p:spPr>
          <a:xfrm>
            <a:off x="4836699" y="2995865"/>
            <a:ext cx="4009644" cy="3621503"/>
          </a:xfrm>
        </p:spPr>
        <p:txBody>
          <a:bodyPr>
            <a:noAutofit/>
          </a:bodyPr>
          <a:lstStyle>
            <a:lvl1pPr>
              <a:lnSpc>
                <a:spcPct val="150000"/>
              </a:lnSpc>
              <a:defRPr sz="1000" i="0" u="none" baseline="0"/>
            </a:lvl1pPr>
            <a:lvl2pPr>
              <a:lnSpc>
                <a:spcPct val="114000"/>
              </a:lnSpc>
              <a:defRPr/>
            </a:lvl2pPr>
          </a:lstStyle>
          <a:p>
            <a:pPr lvl="0"/>
            <a:r>
              <a:rPr lang="en-US" dirty="0"/>
              <a:t>Click to edit Master text styles</a:t>
            </a:r>
          </a:p>
          <a:p>
            <a:pPr lvl="1"/>
            <a:r>
              <a:rPr lang="en-US" dirty="0"/>
              <a:t>Second level</a:t>
            </a:r>
          </a:p>
        </p:txBody>
      </p:sp>
      <p:sp>
        <p:nvSpPr>
          <p:cNvPr id="23" name="Text Placeholder 5"/>
          <p:cNvSpPr>
            <a:spLocks noGrp="1"/>
          </p:cNvSpPr>
          <p:nvPr>
            <p:ph type="body" sz="quarter" idx="41"/>
          </p:nvPr>
        </p:nvSpPr>
        <p:spPr bwMode="white">
          <a:xfrm>
            <a:off x="2468282" y="290679"/>
            <a:ext cx="6223654" cy="306703"/>
          </a:xfrm>
        </p:spPr>
        <p:txBody>
          <a:bodyPr>
            <a:noAutofit/>
          </a:bodyPr>
          <a:lstStyle>
            <a:lvl1pPr>
              <a:defRPr sz="2100" b="1" baseline="0">
                <a:solidFill>
                  <a:schemeClr val="bg1"/>
                </a:solidFill>
              </a:defRPr>
            </a:lvl1pPr>
          </a:lstStyle>
          <a:p>
            <a:pPr lvl="0"/>
            <a:r>
              <a:rPr lang="en-US" dirty="0"/>
              <a:t>Click to edit Master text styles</a:t>
            </a:r>
          </a:p>
        </p:txBody>
      </p:sp>
      <p:sp>
        <p:nvSpPr>
          <p:cNvPr id="25" name="Text Placeholder 5"/>
          <p:cNvSpPr>
            <a:spLocks noGrp="1"/>
          </p:cNvSpPr>
          <p:nvPr>
            <p:ph type="body" sz="quarter" idx="42"/>
          </p:nvPr>
        </p:nvSpPr>
        <p:spPr bwMode="white">
          <a:xfrm>
            <a:off x="2468279" y="665942"/>
            <a:ext cx="6056596" cy="321205"/>
          </a:xfrm>
        </p:spPr>
        <p:txBody>
          <a:bodyPr>
            <a:noAutofit/>
          </a:bodyPr>
          <a:lstStyle>
            <a:lvl1pPr marL="0" marR="0" indent="0" algn="l" defTabSz="914400" rtl="0" eaLnBrk="1" fontAlgn="auto" latinLnBrk="0" hangingPunct="1">
              <a:lnSpc>
                <a:spcPts val="2200"/>
              </a:lnSpc>
              <a:spcBef>
                <a:spcPts val="0"/>
              </a:spcBef>
              <a:spcAft>
                <a:spcPts val="600"/>
              </a:spcAft>
              <a:buClrTx/>
              <a:buSzTx/>
              <a:buFont typeface="Arial" panose="020B0604020202020204" pitchFamily="34" charset="0"/>
              <a:buNone/>
              <a:tabLst/>
              <a:defRPr sz="1400">
                <a:solidFill>
                  <a:schemeClr val="bg1"/>
                </a:solidFill>
              </a:defRPr>
            </a:lvl1pPr>
          </a:lstStyle>
          <a:p>
            <a:pPr lvl="0"/>
            <a:r>
              <a:rPr lang="en-US" dirty="0"/>
              <a:t>Click to edit Master text styles</a:t>
            </a:r>
          </a:p>
        </p:txBody>
      </p:sp>
      <p:sp>
        <p:nvSpPr>
          <p:cNvPr id="26" name="Text Placeholder 5"/>
          <p:cNvSpPr>
            <a:spLocks noGrp="1"/>
          </p:cNvSpPr>
          <p:nvPr>
            <p:ph type="body" sz="quarter" idx="43"/>
          </p:nvPr>
        </p:nvSpPr>
        <p:spPr bwMode="white">
          <a:xfrm>
            <a:off x="3696643" y="1280458"/>
            <a:ext cx="2373312" cy="295449"/>
          </a:xfrm>
        </p:spPr>
        <p:txBody>
          <a:bodyPr>
            <a:noAutofit/>
          </a:bodyPr>
          <a:lstStyle>
            <a:lvl1pPr>
              <a:defRPr sz="1100">
                <a:solidFill>
                  <a:schemeClr val="bg1"/>
                </a:solidFill>
              </a:defRPr>
            </a:lvl1pPr>
          </a:lstStyle>
          <a:p>
            <a:pPr lvl="0"/>
            <a:r>
              <a:rPr lang="en-US" dirty="0"/>
              <a:t>Click to edit Master text styles</a:t>
            </a:r>
          </a:p>
        </p:txBody>
      </p:sp>
      <p:sp>
        <p:nvSpPr>
          <p:cNvPr id="45" name="Picture Placeholder 44"/>
          <p:cNvSpPr>
            <a:spLocks noGrp="1"/>
          </p:cNvSpPr>
          <p:nvPr>
            <p:ph type="pic" sz="quarter" idx="46"/>
          </p:nvPr>
        </p:nvSpPr>
        <p:spPr bwMode="ltGray">
          <a:xfrm>
            <a:off x="383259" y="287492"/>
            <a:ext cx="1734208" cy="1735628"/>
          </a:xfrm>
          <a:prstGeom prst="ellipse">
            <a:avLst/>
          </a:prstGeom>
          <a:solidFill>
            <a:schemeClr val="bg1"/>
          </a:solidFill>
        </p:spPr>
        <p:txBody>
          <a:bodyPr rtlCol="0">
            <a:normAutofit/>
          </a:bodyPr>
          <a:lstStyle>
            <a:lvl1pPr>
              <a:lnSpc>
                <a:spcPct val="114000"/>
              </a:lnSpc>
              <a:defRPr sz="1000" baseline="0"/>
            </a:lvl1pPr>
          </a:lstStyle>
          <a:p>
            <a:pPr lvl="0"/>
            <a:r>
              <a:rPr lang="en-US" noProof="0"/>
              <a:t>Click icon to add picture</a:t>
            </a:r>
            <a:endParaRPr lang="nl-NL" noProof="0" dirty="0"/>
          </a:p>
        </p:txBody>
      </p:sp>
      <p:sp>
        <p:nvSpPr>
          <p:cNvPr id="46" name="Text Placeholder 5"/>
          <p:cNvSpPr>
            <a:spLocks noGrp="1"/>
          </p:cNvSpPr>
          <p:nvPr>
            <p:ph type="body" sz="quarter" idx="47"/>
          </p:nvPr>
        </p:nvSpPr>
        <p:spPr bwMode="white">
          <a:xfrm>
            <a:off x="3696026" y="1501534"/>
            <a:ext cx="2373312" cy="325397"/>
          </a:xfrm>
        </p:spPr>
        <p:txBody>
          <a:bodyPr>
            <a:noAutofit/>
          </a:bodyPr>
          <a:lstStyle>
            <a:lvl1pPr>
              <a:defRPr sz="1100">
                <a:solidFill>
                  <a:schemeClr val="bg1"/>
                </a:solidFill>
              </a:defRPr>
            </a:lvl1pPr>
          </a:lstStyle>
          <a:p>
            <a:pPr lvl="0"/>
            <a:r>
              <a:rPr lang="en-US" dirty="0"/>
              <a:t>Click to edit Master text styles</a:t>
            </a:r>
          </a:p>
        </p:txBody>
      </p:sp>
      <p:sp>
        <p:nvSpPr>
          <p:cNvPr id="47" name="Text Placeholder 5"/>
          <p:cNvSpPr>
            <a:spLocks noGrp="1"/>
          </p:cNvSpPr>
          <p:nvPr>
            <p:ph type="body" sz="quarter" idx="48"/>
          </p:nvPr>
        </p:nvSpPr>
        <p:spPr bwMode="white">
          <a:xfrm>
            <a:off x="3685536" y="1711595"/>
            <a:ext cx="2373312" cy="330250"/>
          </a:xfrm>
        </p:spPr>
        <p:txBody>
          <a:bodyPr>
            <a:noAutofit/>
          </a:bodyPr>
          <a:lstStyle>
            <a:lvl1pPr>
              <a:defRPr sz="1100">
                <a:solidFill>
                  <a:schemeClr val="bg1"/>
                </a:solidFill>
              </a:defRPr>
            </a:lvl1pPr>
          </a:lstStyle>
          <a:p>
            <a:pPr lvl="0"/>
            <a:r>
              <a:rPr lang="en-US" dirty="0"/>
              <a:t>Click to edit Master text styles</a:t>
            </a:r>
          </a:p>
        </p:txBody>
      </p:sp>
      <p:sp>
        <p:nvSpPr>
          <p:cNvPr id="34" name="Text Placeholder 5"/>
          <p:cNvSpPr>
            <a:spLocks noGrp="1"/>
          </p:cNvSpPr>
          <p:nvPr>
            <p:ph type="body" sz="quarter" idx="50"/>
          </p:nvPr>
        </p:nvSpPr>
        <p:spPr>
          <a:xfrm>
            <a:off x="383259" y="2995866"/>
            <a:ext cx="4056394" cy="3621502"/>
          </a:xfrm>
        </p:spPr>
        <p:txBody>
          <a:bodyPr>
            <a:noAutofit/>
          </a:bodyPr>
          <a:lstStyle>
            <a:lvl1pPr>
              <a:lnSpc>
                <a:spcPct val="114000"/>
              </a:lnSpc>
              <a:defRPr sz="1000" u="none" baseline="0"/>
            </a:lvl1pPr>
          </a:lstStyle>
          <a:p>
            <a:pPr lvl="0"/>
            <a:r>
              <a:rPr lang="en-US" dirty="0"/>
              <a:t>Click to edit Master text styles</a:t>
            </a:r>
          </a:p>
        </p:txBody>
      </p:sp>
      <p:sp>
        <p:nvSpPr>
          <p:cNvPr id="21" name="Text Placeholder 5"/>
          <p:cNvSpPr>
            <a:spLocks noGrp="1"/>
          </p:cNvSpPr>
          <p:nvPr>
            <p:ph type="body" sz="quarter" idx="51"/>
          </p:nvPr>
        </p:nvSpPr>
        <p:spPr bwMode="white">
          <a:xfrm>
            <a:off x="3690158" y="1891703"/>
            <a:ext cx="2373312" cy="330250"/>
          </a:xfrm>
        </p:spPr>
        <p:txBody>
          <a:bodyPr>
            <a:noAutofit/>
          </a:bodyPr>
          <a:lstStyle>
            <a:lvl1pPr>
              <a:defRPr sz="1100">
                <a:solidFill>
                  <a:schemeClr val="bg1"/>
                </a:solidFill>
              </a:defRPr>
            </a:lvl1pPr>
          </a:lstStyle>
          <a:p>
            <a:pPr lvl="0"/>
            <a:r>
              <a:rPr lang="en-US" dirty="0"/>
              <a:t>Click to edit Master text styles</a:t>
            </a:r>
          </a:p>
        </p:txBody>
      </p:sp>
    </p:spTree>
    <p:extLst>
      <p:ext uri="{BB962C8B-B14F-4D97-AF65-F5344CB8AC3E}">
        <p14:creationId xmlns:p14="http://schemas.microsoft.com/office/powerpoint/2010/main" val="38648429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vmlDrawing" Target="../drawings/vmlDrawing1.vml"/><Relationship Id="rId26" Type="http://schemas.openxmlformats.org/officeDocument/2006/relationships/image" Target="../media/image1.emf"/><Relationship Id="rId3" Type="http://schemas.openxmlformats.org/officeDocument/2006/relationships/slideLayout" Target="../slideLayouts/slideLayout3.xml"/><Relationship Id="rId21" Type="http://schemas.openxmlformats.org/officeDocument/2006/relationships/tags" Target="../tags/tag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5" Type="http://schemas.openxmlformats.org/officeDocument/2006/relationships/oleObject" Target="../embeddings/oleObject1.bin"/><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ags" Target="../tags/tag3.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ags" Target="../tags/tag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ags" Target="../tags/tag6.xml"/><Relationship Id="rId10" Type="http://schemas.openxmlformats.org/officeDocument/2006/relationships/slideLayout" Target="../slideLayouts/slideLayout10.xml"/><Relationship Id="rId19" Type="http://schemas.openxmlformats.org/officeDocument/2006/relationships/tags" Target="../tags/tag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ags" Target="../tags/tag5.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tags" Target="../tags/tag31.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vmlDrawing" Target="../drawings/vmlDrawing11.v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2.xml"/><Relationship Id="rId5" Type="http://schemas.openxmlformats.org/officeDocument/2006/relationships/slideLayout" Target="../slideLayouts/slideLayout21.xml"/><Relationship Id="rId15" Type="http://schemas.openxmlformats.org/officeDocument/2006/relationships/image" Target="../media/image2.emf"/><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oleObject" Target="../embeddings/oleObject1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Object 7" hidden="1"/>
          <p:cNvGraphicFramePr>
            <a:graphicFrameLocks noChangeAspect="1"/>
          </p:cNvGraphicFramePr>
          <p:nvPr>
            <p:custDataLst>
              <p:tags r:id="rId19"/>
            </p:custDataLst>
          </p:nvPr>
        </p:nvGraphicFramePr>
        <p:xfrm>
          <a:off x="1" y="0"/>
          <a:ext cx="195385" cy="158750"/>
        </p:xfrm>
        <a:graphic>
          <a:graphicData uri="http://schemas.openxmlformats.org/presentationml/2006/ole">
            <mc:AlternateContent xmlns:mc="http://schemas.openxmlformats.org/markup-compatibility/2006">
              <mc:Choice xmlns:v="urn:schemas-microsoft-com:vml" Requires="v">
                <p:oleObj spid="_x0000_s1031" name="think-cell Slide" r:id="rId25" imgW="360" imgH="360" progId="">
                  <p:embed/>
                </p:oleObj>
              </mc:Choice>
              <mc:Fallback>
                <p:oleObj name="think-cell Slide" r:id="rId25" imgW="360" imgH="360" progId="">
                  <p:embed/>
                  <p:pic>
                    <p:nvPicPr>
                      <p:cNvPr id="8" name="Object 7" hidden="1"/>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1" y="0"/>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Placeholder 1"/>
          <p:cNvSpPr>
            <a:spLocks noGrp="1"/>
          </p:cNvSpPr>
          <p:nvPr>
            <p:ph type="title"/>
            <p:custDataLst>
              <p:tags r:id="rId20"/>
            </p:custDataLst>
          </p:nvPr>
        </p:nvSpPr>
        <p:spPr>
          <a:xfrm>
            <a:off x="8" y="4"/>
            <a:ext cx="12191999" cy="1002135"/>
          </a:xfrm>
          <a:prstGeom prst="rect">
            <a:avLst/>
          </a:prstGeom>
        </p:spPr>
        <p:txBody>
          <a:bodyPr vert="horz" lIns="297529" tIns="33059" rIns="165294" bIns="33059" rtlCol="0" anchor="ctr">
            <a:noAutofit/>
          </a:bodyPr>
          <a:lstStyle/>
          <a:p>
            <a:r>
              <a:rPr lang="fr-FR" noProof="0"/>
              <a:t>Cliquez pour modifier le style du titre</a:t>
            </a:r>
            <a:endParaRPr lang="en-US" noProof="0" dirty="0"/>
          </a:p>
        </p:txBody>
      </p:sp>
      <p:sp>
        <p:nvSpPr>
          <p:cNvPr id="3" name="Text Placeholder 2"/>
          <p:cNvSpPr>
            <a:spLocks noGrp="1"/>
          </p:cNvSpPr>
          <p:nvPr>
            <p:ph type="body" idx="1"/>
            <p:custDataLst>
              <p:tags r:id="rId21"/>
            </p:custDataLst>
          </p:nvPr>
        </p:nvSpPr>
        <p:spPr>
          <a:xfrm>
            <a:off x="398028" y="1501977"/>
            <a:ext cx="11616154" cy="4636540"/>
          </a:xfrm>
          <a:prstGeom prst="rect">
            <a:avLst/>
          </a:prstGeom>
        </p:spPr>
        <p:txBody>
          <a:bodyPr vert="horz" lIns="108000" tIns="72000" rIns="72000" bIns="72000" rtlCol="0">
            <a:noAutofit/>
          </a:body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9" name="Freeform 4"/>
          <p:cNvSpPr>
            <a:spLocks/>
          </p:cNvSpPr>
          <p:nvPr>
            <p:custDataLst>
              <p:tags r:id="rId22"/>
            </p:custDataLst>
          </p:nvPr>
        </p:nvSpPr>
        <p:spPr bwMode="auto">
          <a:xfrm>
            <a:off x="9" y="676402"/>
            <a:ext cx="12191999" cy="728122"/>
          </a:xfrm>
          <a:custGeom>
            <a:avLst/>
            <a:gdLst/>
            <a:ahLst/>
            <a:cxnLst>
              <a:cxn ang="0">
                <a:pos x="2965" y="93"/>
              </a:cxn>
              <a:cxn ang="0">
                <a:pos x="303" y="93"/>
              </a:cxn>
              <a:cxn ang="0">
                <a:pos x="151" y="187"/>
              </a:cxn>
              <a:cxn ang="0">
                <a:pos x="0" y="93"/>
              </a:cxn>
              <a:cxn ang="0">
                <a:pos x="0" y="112"/>
              </a:cxn>
              <a:cxn ang="0">
                <a:pos x="151" y="205"/>
              </a:cxn>
              <a:cxn ang="0">
                <a:pos x="303" y="112"/>
              </a:cxn>
              <a:cxn ang="0">
                <a:pos x="2965" y="112"/>
              </a:cxn>
              <a:cxn ang="0">
                <a:pos x="3118" y="19"/>
              </a:cxn>
              <a:cxn ang="0">
                <a:pos x="3118" y="0"/>
              </a:cxn>
              <a:cxn ang="0">
                <a:pos x="2965" y="93"/>
              </a:cxn>
            </a:cxnLst>
            <a:rect l="0" t="0" r="r" b="b"/>
            <a:pathLst>
              <a:path w="3118" h="205">
                <a:moveTo>
                  <a:pt x="2965" y="93"/>
                </a:moveTo>
                <a:cubicBezTo>
                  <a:pt x="303" y="93"/>
                  <a:pt x="303" y="93"/>
                  <a:pt x="303" y="93"/>
                </a:cubicBezTo>
                <a:cubicBezTo>
                  <a:pt x="183" y="93"/>
                  <a:pt x="151" y="187"/>
                  <a:pt x="151" y="187"/>
                </a:cubicBezTo>
                <a:cubicBezTo>
                  <a:pt x="151" y="187"/>
                  <a:pt x="119" y="93"/>
                  <a:pt x="0" y="93"/>
                </a:cubicBezTo>
                <a:cubicBezTo>
                  <a:pt x="0" y="112"/>
                  <a:pt x="0" y="112"/>
                  <a:pt x="0" y="112"/>
                </a:cubicBezTo>
                <a:cubicBezTo>
                  <a:pt x="119" y="112"/>
                  <a:pt x="151" y="205"/>
                  <a:pt x="151" y="205"/>
                </a:cubicBezTo>
                <a:cubicBezTo>
                  <a:pt x="151" y="205"/>
                  <a:pt x="183" y="112"/>
                  <a:pt x="303" y="112"/>
                </a:cubicBezTo>
                <a:cubicBezTo>
                  <a:pt x="2965" y="112"/>
                  <a:pt x="2965" y="112"/>
                  <a:pt x="2965" y="112"/>
                </a:cubicBezTo>
                <a:cubicBezTo>
                  <a:pt x="3085" y="112"/>
                  <a:pt x="3118" y="19"/>
                  <a:pt x="3118" y="19"/>
                </a:cubicBezTo>
                <a:cubicBezTo>
                  <a:pt x="3118" y="0"/>
                  <a:pt x="3118" y="0"/>
                  <a:pt x="3118" y="0"/>
                </a:cubicBezTo>
                <a:cubicBezTo>
                  <a:pt x="3118" y="0"/>
                  <a:pt x="3085" y="93"/>
                  <a:pt x="2965" y="93"/>
                </a:cubicBezTo>
                <a:close/>
              </a:path>
            </a:pathLst>
          </a:custGeom>
          <a:solidFill>
            <a:schemeClr val="accent5"/>
          </a:solidFill>
          <a:ln w="9525">
            <a:noFill/>
            <a:round/>
            <a:headEnd/>
            <a:tailEnd/>
          </a:ln>
          <a:effectLst>
            <a:outerShdw blurRad="50800" dist="25400" dir="5400000" algn="t" rotWithShape="0">
              <a:prstClr val="black">
                <a:alpha val="31000"/>
              </a:prstClr>
            </a:outerShdw>
          </a:effectLst>
        </p:spPr>
        <p:txBody>
          <a:bodyPr vert="horz" wrap="square" lIns="99563" tIns="49782" rIns="99563" bIns="49782" numCol="1" anchor="t" anchorCtr="0" compatLnSpc="1">
            <a:prstTxWarp prst="textNoShape">
              <a:avLst/>
            </a:prstTxWarp>
          </a:bodyPr>
          <a:lstStyle/>
          <a:p>
            <a:endParaRPr lang="fr-FR" sz="1800"/>
          </a:p>
        </p:txBody>
      </p:sp>
      <p:cxnSp>
        <p:nvCxnSpPr>
          <p:cNvPr id="15" name="Straight Connector 5"/>
          <p:cNvCxnSpPr/>
          <p:nvPr>
            <p:custDataLst>
              <p:tags r:id="rId23"/>
            </p:custDataLst>
          </p:nvPr>
        </p:nvCxnSpPr>
        <p:spPr>
          <a:xfrm flipH="1">
            <a:off x="9" y="6362700"/>
            <a:ext cx="12191999" cy="0"/>
          </a:xfrm>
          <a:prstGeom prst="line">
            <a:avLst/>
          </a:prstGeom>
          <a:ln w="9525" cmpd="sng">
            <a:solidFill>
              <a:schemeClr val="accent5"/>
            </a:solidFill>
          </a:ln>
          <a:effectLst/>
        </p:spPr>
        <p:style>
          <a:lnRef idx="2">
            <a:schemeClr val="accent1"/>
          </a:lnRef>
          <a:fillRef idx="0">
            <a:schemeClr val="accent1"/>
          </a:fillRef>
          <a:effectRef idx="1">
            <a:schemeClr val="accent1"/>
          </a:effectRef>
          <a:fontRef idx="minor">
            <a:schemeClr val="tx1"/>
          </a:fontRef>
        </p:style>
      </p:cxnSp>
      <p:grpSp>
        <p:nvGrpSpPr>
          <p:cNvPr id="14" name="Groupe 1">
            <a:extLst>
              <a:ext uri="{FF2B5EF4-FFF2-40B4-BE49-F238E27FC236}">
                <a16:creationId xmlns:a16="http://schemas.microsoft.com/office/drawing/2014/main" id="{BE8A762F-12CA-4505-8697-4A98F69D5FCE}"/>
              </a:ext>
            </a:extLst>
          </p:cNvPr>
          <p:cNvGrpSpPr/>
          <p:nvPr/>
        </p:nvGrpSpPr>
        <p:grpSpPr>
          <a:xfrm>
            <a:off x="11501102" y="171573"/>
            <a:ext cx="419436" cy="388988"/>
            <a:chOff x="11501102" y="171573"/>
            <a:chExt cx="419436" cy="388988"/>
          </a:xfrm>
        </p:grpSpPr>
        <p:sp>
          <p:nvSpPr>
            <p:cNvPr id="16" name="Freeform 13">
              <a:extLst>
                <a:ext uri="{FF2B5EF4-FFF2-40B4-BE49-F238E27FC236}">
                  <a16:creationId xmlns:a16="http://schemas.microsoft.com/office/drawing/2014/main" id="{79BDE807-C0D6-4ECC-9D72-3D5332B2877E}"/>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17" name="Freeform 14">
              <a:extLst>
                <a:ext uri="{FF2B5EF4-FFF2-40B4-BE49-F238E27FC236}">
                  <a16:creationId xmlns:a16="http://schemas.microsoft.com/office/drawing/2014/main" id="{B598BB44-5C3B-495C-AB4A-980F69B431A6}"/>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23" name="Rectangle 22">
            <a:extLst>
              <a:ext uri="{FF2B5EF4-FFF2-40B4-BE49-F238E27FC236}">
                <a16:creationId xmlns:a16="http://schemas.microsoft.com/office/drawing/2014/main" id="{62606FCD-12D7-42E8-8885-B7F0FE845C7B}"/>
              </a:ext>
            </a:extLst>
          </p:cNvPr>
          <p:cNvSpPr>
            <a:spLocks noChangeArrowheads="1"/>
          </p:cNvSpPr>
          <p:nvPr>
            <p:custDataLst>
              <p:tags r:id="rId24"/>
            </p:custDataLst>
          </p:nvPr>
        </p:nvSpPr>
        <p:spPr bwMode="auto">
          <a:xfrm>
            <a:off x="8297642" y="6623414"/>
            <a:ext cx="3274639" cy="183503"/>
          </a:xfrm>
          <a:prstGeom prst="rect">
            <a:avLst/>
          </a:prstGeom>
          <a:noFill/>
          <a:ln w="19050">
            <a:noFill/>
            <a:miter lim="800000"/>
            <a:headEnd/>
            <a:tailEnd/>
          </a:ln>
          <a:effectLst/>
        </p:spPr>
        <p:txBody>
          <a:bodyPr wrap="square" lIns="35997" tIns="35997" rIns="35997" bIns="35997" anchor="b" anchorCtr="0">
            <a:noAutofit/>
          </a:bodyPr>
          <a:lstStyle/>
          <a:p>
            <a:pPr marL="0" marR="0" lvl="0" indent="0" algn="r" defTabSz="995445" rtl="0" eaLnBrk="0" fontAlgn="auto" latinLnBrk="0" hangingPunct="0">
              <a:lnSpc>
                <a:spcPct val="90000"/>
              </a:lnSpc>
              <a:spcBef>
                <a:spcPct val="10000"/>
              </a:spcBef>
              <a:spcAft>
                <a:spcPts val="0"/>
              </a:spcAft>
              <a:buClrTx/>
              <a:buSzTx/>
              <a:buFontTx/>
              <a:buNone/>
              <a:tabLst/>
              <a:defRPr/>
            </a:pPr>
            <a:r>
              <a:rPr lang="en-US" altLang="en-US" sz="700" b="0" i="0" noProof="0" dirty="0">
                <a:solidFill>
                  <a:schemeClr val="tx2"/>
                </a:solidFill>
                <a:latin typeface="+mj-lt"/>
                <a:cs typeface="Helvetica Light"/>
              </a:rPr>
              <a:t>Copyright © Capgemini 2018. All Rights Reserved</a:t>
            </a:r>
          </a:p>
        </p:txBody>
      </p:sp>
      <p:grpSp>
        <p:nvGrpSpPr>
          <p:cNvPr id="13" name="Groupe 1">
            <a:extLst>
              <a:ext uri="{FF2B5EF4-FFF2-40B4-BE49-F238E27FC236}">
                <a16:creationId xmlns:a16="http://schemas.microsoft.com/office/drawing/2014/main" id="{577EB6A5-23DD-43BF-A208-FBE1C1F13A76}"/>
              </a:ext>
            </a:extLst>
          </p:cNvPr>
          <p:cNvGrpSpPr/>
          <p:nvPr userDrawn="1"/>
        </p:nvGrpSpPr>
        <p:grpSpPr>
          <a:xfrm>
            <a:off x="11501102" y="171573"/>
            <a:ext cx="419436" cy="388988"/>
            <a:chOff x="11501102" y="171573"/>
            <a:chExt cx="419436" cy="388988"/>
          </a:xfrm>
        </p:grpSpPr>
        <p:sp>
          <p:nvSpPr>
            <p:cNvPr id="18" name="Freeform 13">
              <a:extLst>
                <a:ext uri="{FF2B5EF4-FFF2-40B4-BE49-F238E27FC236}">
                  <a16:creationId xmlns:a16="http://schemas.microsoft.com/office/drawing/2014/main" id="{597B2D71-85F8-4174-8C4E-DBDE45D0B841}"/>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19" name="Freeform 14">
              <a:extLst>
                <a:ext uri="{FF2B5EF4-FFF2-40B4-BE49-F238E27FC236}">
                  <a16:creationId xmlns:a16="http://schemas.microsoft.com/office/drawing/2014/main" id="{F2A9CAEB-7FA0-4E03-826F-90065D089B90}"/>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20" name="Retângulo 43">
            <a:extLst>
              <a:ext uri="{FF2B5EF4-FFF2-40B4-BE49-F238E27FC236}">
                <a16:creationId xmlns:a16="http://schemas.microsoft.com/office/drawing/2014/main" id="{51C34C3B-8FDC-43E4-81A0-87C4A5F5A25B}"/>
              </a:ext>
            </a:extLst>
          </p:cNvPr>
          <p:cNvSpPr/>
          <p:nvPr userDrawn="1"/>
        </p:nvSpPr>
        <p:spPr>
          <a:xfrm>
            <a:off x="11751670" y="6650661"/>
            <a:ext cx="176330" cy="123111"/>
          </a:xfrm>
          <a:prstGeom prst="rect">
            <a:avLst/>
          </a:prstGeom>
        </p:spPr>
        <p:txBody>
          <a:bodyPr wrap="none" lIns="0" tIns="0" rIns="0" bIns="0" anchor="ctr" anchorCtr="0">
            <a:spAutoFit/>
          </a:bodyPr>
          <a:lstStyle/>
          <a:p>
            <a:pPr algn="r"/>
            <a:fld id="{0502E5A9-B53C-401E-A0E0-4A359BB0A9E5}" type="slidenum">
              <a:rPr lang="en-US" sz="800" smtClean="0">
                <a:solidFill>
                  <a:schemeClr val="bg1">
                    <a:lumMod val="65000"/>
                  </a:schemeClr>
                </a:solidFill>
                <a:cs typeface="Arial" panose="020B0604020202020204" pitchFamily="34" charset="0"/>
              </a:rPr>
              <a:pPr algn="r"/>
              <a:t>‹#›</a:t>
            </a:fld>
            <a:endParaRPr lang="en-US" sz="800" dirty="0">
              <a:solidFill>
                <a:schemeClr val="bg1">
                  <a:lumMod val="65000"/>
                </a:schemeClr>
              </a:solidFill>
              <a:cs typeface="Arial" panose="020B0604020202020204" pitchFamily="34" charset="0"/>
            </a:endParaRPr>
          </a:p>
        </p:txBody>
      </p:sp>
      <p:sp>
        <p:nvSpPr>
          <p:cNvPr id="24" name="Text Placeholder 7">
            <a:extLst>
              <a:ext uri="{FF2B5EF4-FFF2-40B4-BE49-F238E27FC236}">
                <a16:creationId xmlns:a16="http://schemas.microsoft.com/office/drawing/2014/main" id="{09065918-DC9F-4FC9-A6E7-0161D6691529}"/>
              </a:ext>
            </a:extLst>
          </p:cNvPr>
          <p:cNvSpPr txBox="1">
            <a:spLocks/>
          </p:cNvSpPr>
          <p:nvPr userDrawn="1"/>
        </p:nvSpPr>
        <p:spPr>
          <a:xfrm>
            <a:off x="227348" y="6650661"/>
            <a:ext cx="4716524" cy="123111"/>
          </a:xfrm>
          <a:prstGeom prst="rect">
            <a:avLst/>
          </a:prstGeom>
        </p:spPr>
        <p:txBody>
          <a:bodyPr wrap="none" lIns="0" tIns="0" rIns="0" bIns="0" anchor="ctr" anchorCtr="0">
            <a:noAutofit/>
          </a:bodyPr>
          <a:lstStyle>
            <a:lvl1pPr marL="0" indent="0" algn="l" defTabSz="914400" rtl="0" eaLnBrk="1" latinLnBrk="0" hangingPunct="1">
              <a:lnSpc>
                <a:spcPct val="100000"/>
              </a:lnSpc>
              <a:spcBef>
                <a:spcPts val="1000"/>
              </a:spcBef>
              <a:buFont typeface="Arial" panose="020B0604020202020204" pitchFamily="34" charset="0"/>
              <a:buNone/>
              <a:defRPr sz="800" kern="1200">
                <a:solidFill>
                  <a:srgbClr val="7F7F7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dirty="0" err="1">
                <a:solidFill>
                  <a:schemeClr val="bg1">
                    <a:lumMod val="65000"/>
                  </a:schemeClr>
                </a:solidFill>
              </a:rPr>
              <a:t>PresentationTitle</a:t>
            </a:r>
            <a:r>
              <a:rPr lang="en-US" dirty="0">
                <a:solidFill>
                  <a:schemeClr val="bg1">
                    <a:lumMod val="65000"/>
                  </a:schemeClr>
                </a:solidFill>
              </a:rPr>
              <a:t> | Author | Date</a:t>
            </a:r>
          </a:p>
        </p:txBody>
      </p:sp>
      <p:grpSp>
        <p:nvGrpSpPr>
          <p:cNvPr id="25" name="Groupe 2">
            <a:extLst>
              <a:ext uri="{FF2B5EF4-FFF2-40B4-BE49-F238E27FC236}">
                <a16:creationId xmlns:a16="http://schemas.microsoft.com/office/drawing/2014/main" id="{EF148A26-2EE3-4DFF-937A-24F97B090662}"/>
              </a:ext>
            </a:extLst>
          </p:cNvPr>
          <p:cNvGrpSpPr/>
          <p:nvPr userDrawn="1"/>
        </p:nvGrpSpPr>
        <p:grpSpPr>
          <a:xfrm>
            <a:off x="12355040" y="33161"/>
            <a:ext cx="360000" cy="1800000"/>
            <a:chOff x="12355040" y="33161"/>
            <a:chExt cx="360000" cy="1800000"/>
          </a:xfrm>
        </p:grpSpPr>
        <p:sp>
          <p:nvSpPr>
            <p:cNvPr id="26" name="Rectangle 25">
              <a:extLst>
                <a:ext uri="{FF2B5EF4-FFF2-40B4-BE49-F238E27FC236}">
                  <a16:creationId xmlns:a16="http://schemas.microsoft.com/office/drawing/2014/main" id="{CF408AB1-E1E8-4614-B3EF-2F3C3368B7D0}"/>
                </a:ext>
              </a:extLst>
            </p:cNvPr>
            <p:cNvSpPr/>
            <p:nvPr userDrawn="1"/>
          </p:nvSpPr>
          <p:spPr>
            <a:xfrm>
              <a:off x="12355040" y="33161"/>
              <a:ext cx="360000" cy="360000"/>
            </a:xfrm>
            <a:prstGeom prst="rect">
              <a:avLst/>
            </a:prstGeom>
            <a:solidFill>
              <a:srgbClr val="0070A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27" name="Rectangle 26">
              <a:extLst>
                <a:ext uri="{FF2B5EF4-FFF2-40B4-BE49-F238E27FC236}">
                  <a16:creationId xmlns:a16="http://schemas.microsoft.com/office/drawing/2014/main" id="{AF139715-EC56-4D5B-A584-E0D83BFD79AA}"/>
                </a:ext>
              </a:extLst>
            </p:cNvPr>
            <p:cNvSpPr/>
            <p:nvPr userDrawn="1"/>
          </p:nvSpPr>
          <p:spPr>
            <a:xfrm>
              <a:off x="12355040" y="393161"/>
              <a:ext cx="360000" cy="36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28" name="Rectangle 27">
              <a:extLst>
                <a:ext uri="{FF2B5EF4-FFF2-40B4-BE49-F238E27FC236}">
                  <a16:creationId xmlns:a16="http://schemas.microsoft.com/office/drawing/2014/main" id="{CC0EDB29-34F5-4978-8D83-D1ECDA27E7A6}"/>
                </a:ext>
              </a:extLst>
            </p:cNvPr>
            <p:cNvSpPr/>
            <p:nvPr userDrawn="1"/>
          </p:nvSpPr>
          <p:spPr>
            <a:xfrm>
              <a:off x="12355040" y="753161"/>
              <a:ext cx="360000" cy="360000"/>
            </a:xfrm>
            <a:prstGeom prst="rect">
              <a:avLst/>
            </a:prstGeom>
            <a:solidFill>
              <a:srgbClr val="2B0A3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29" name="Rectangle 28">
              <a:extLst>
                <a:ext uri="{FF2B5EF4-FFF2-40B4-BE49-F238E27FC236}">
                  <a16:creationId xmlns:a16="http://schemas.microsoft.com/office/drawing/2014/main" id="{3636BF1B-FF79-4731-99CF-5C8E3A808AB4}"/>
                </a:ext>
              </a:extLst>
            </p:cNvPr>
            <p:cNvSpPr/>
            <p:nvPr userDrawn="1"/>
          </p:nvSpPr>
          <p:spPr>
            <a:xfrm>
              <a:off x="12355040" y="1113161"/>
              <a:ext cx="360000" cy="36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0" name="Rectangle 29">
              <a:extLst>
                <a:ext uri="{FF2B5EF4-FFF2-40B4-BE49-F238E27FC236}">
                  <a16:creationId xmlns:a16="http://schemas.microsoft.com/office/drawing/2014/main" id="{A50A5938-BCF9-47EB-AEAC-22CCE467BA4B}"/>
                </a:ext>
              </a:extLst>
            </p:cNvPr>
            <p:cNvSpPr/>
            <p:nvPr userDrawn="1"/>
          </p:nvSpPr>
          <p:spPr>
            <a:xfrm>
              <a:off x="12355040" y="1473161"/>
              <a:ext cx="360000" cy="360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grpSp>
      <p:grpSp>
        <p:nvGrpSpPr>
          <p:cNvPr id="31" name="Groupe 4">
            <a:extLst>
              <a:ext uri="{FF2B5EF4-FFF2-40B4-BE49-F238E27FC236}">
                <a16:creationId xmlns:a16="http://schemas.microsoft.com/office/drawing/2014/main" id="{056DABC4-238C-4CD9-9F81-FACE9E275FC2}"/>
              </a:ext>
            </a:extLst>
          </p:cNvPr>
          <p:cNvGrpSpPr/>
          <p:nvPr userDrawn="1"/>
        </p:nvGrpSpPr>
        <p:grpSpPr>
          <a:xfrm>
            <a:off x="12355040" y="1954479"/>
            <a:ext cx="360000" cy="4875772"/>
            <a:chOff x="12355040" y="1954479"/>
            <a:chExt cx="360000" cy="4875772"/>
          </a:xfrm>
        </p:grpSpPr>
        <p:sp>
          <p:nvSpPr>
            <p:cNvPr id="32" name="Rectangle 31">
              <a:extLst>
                <a:ext uri="{FF2B5EF4-FFF2-40B4-BE49-F238E27FC236}">
                  <a16:creationId xmlns:a16="http://schemas.microsoft.com/office/drawing/2014/main" id="{3CF5FC82-0B0B-45D9-AC6B-62240E319CFE}"/>
                </a:ext>
              </a:extLst>
            </p:cNvPr>
            <p:cNvSpPr/>
            <p:nvPr userDrawn="1"/>
          </p:nvSpPr>
          <p:spPr>
            <a:xfrm>
              <a:off x="12355040" y="1954479"/>
              <a:ext cx="360000" cy="360000"/>
            </a:xfrm>
            <a:prstGeom prst="rect">
              <a:avLst/>
            </a:prstGeom>
            <a:solidFill>
              <a:srgbClr val="80B8D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marL="58738" algn="ctr">
                <a:spcAft>
                  <a:spcPts val="300"/>
                </a:spcAft>
              </a:pPr>
              <a:endParaRPr lang="en-GB" sz="900" dirty="0"/>
            </a:p>
          </p:txBody>
        </p:sp>
        <p:sp>
          <p:nvSpPr>
            <p:cNvPr id="33" name="Rectangle 32">
              <a:extLst>
                <a:ext uri="{FF2B5EF4-FFF2-40B4-BE49-F238E27FC236}">
                  <a16:creationId xmlns:a16="http://schemas.microsoft.com/office/drawing/2014/main" id="{909D68DC-FC31-4F3C-B0D7-C2B6049BF80B}"/>
                </a:ext>
              </a:extLst>
            </p:cNvPr>
            <p:cNvSpPr/>
            <p:nvPr userDrawn="1"/>
          </p:nvSpPr>
          <p:spPr>
            <a:xfrm>
              <a:off x="12355040" y="2301846"/>
              <a:ext cx="360000" cy="360000"/>
            </a:xfrm>
            <a:prstGeom prst="rect">
              <a:avLst/>
            </a:prstGeom>
            <a:solidFill>
              <a:srgbClr val="88D5E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marL="58738" algn="ctr">
                <a:spcAft>
                  <a:spcPts val="300"/>
                </a:spcAft>
              </a:pPr>
              <a:endParaRPr lang="en-GB" sz="900" dirty="0"/>
            </a:p>
          </p:txBody>
        </p:sp>
        <p:sp>
          <p:nvSpPr>
            <p:cNvPr id="34" name="Rectangle 33">
              <a:extLst>
                <a:ext uri="{FF2B5EF4-FFF2-40B4-BE49-F238E27FC236}">
                  <a16:creationId xmlns:a16="http://schemas.microsoft.com/office/drawing/2014/main" id="{8BA315A6-7849-40C0-A88A-615B2F92631B}"/>
                </a:ext>
              </a:extLst>
            </p:cNvPr>
            <p:cNvSpPr/>
            <p:nvPr userDrawn="1"/>
          </p:nvSpPr>
          <p:spPr>
            <a:xfrm>
              <a:off x="12355040" y="5080782"/>
              <a:ext cx="360000" cy="360000"/>
            </a:xfrm>
            <a:prstGeom prst="rect">
              <a:avLst/>
            </a:prstGeom>
            <a:solidFill>
              <a:srgbClr val="6D64CC"/>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5" name="Rectangle 34">
              <a:extLst>
                <a:ext uri="{FF2B5EF4-FFF2-40B4-BE49-F238E27FC236}">
                  <a16:creationId xmlns:a16="http://schemas.microsoft.com/office/drawing/2014/main" id="{BF28AB79-1BA8-4AA3-AF86-133E71900E05}"/>
                </a:ext>
              </a:extLst>
            </p:cNvPr>
            <p:cNvSpPr/>
            <p:nvPr userDrawn="1"/>
          </p:nvSpPr>
          <p:spPr>
            <a:xfrm>
              <a:off x="12355040" y="6470251"/>
              <a:ext cx="360000" cy="360000"/>
            </a:xfrm>
            <a:prstGeom prst="rect">
              <a:avLst/>
            </a:prstGeom>
            <a:solidFill>
              <a:srgbClr val="FF632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6" name="Rectangle 35">
              <a:extLst>
                <a:ext uri="{FF2B5EF4-FFF2-40B4-BE49-F238E27FC236}">
                  <a16:creationId xmlns:a16="http://schemas.microsoft.com/office/drawing/2014/main" id="{C95D2749-34E1-48E0-9FF6-A1343E54EB93}"/>
                </a:ext>
              </a:extLst>
            </p:cNvPr>
            <p:cNvSpPr/>
            <p:nvPr userDrawn="1"/>
          </p:nvSpPr>
          <p:spPr>
            <a:xfrm>
              <a:off x="12355040" y="4038681"/>
              <a:ext cx="360000" cy="360000"/>
            </a:xfrm>
            <a:prstGeom prst="rect">
              <a:avLst/>
            </a:prstGeom>
            <a:solidFill>
              <a:srgbClr val="C8FF1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7" name="Rectangle 36">
              <a:extLst>
                <a:ext uri="{FF2B5EF4-FFF2-40B4-BE49-F238E27FC236}">
                  <a16:creationId xmlns:a16="http://schemas.microsoft.com/office/drawing/2014/main" id="{6E04FB71-8EF9-4DE6-88A2-7B3656611B43}"/>
                </a:ext>
              </a:extLst>
            </p:cNvPr>
            <p:cNvSpPr/>
            <p:nvPr userDrawn="1"/>
          </p:nvSpPr>
          <p:spPr>
            <a:xfrm>
              <a:off x="12355040" y="4733415"/>
              <a:ext cx="360000" cy="360000"/>
            </a:xfrm>
            <a:prstGeom prst="rect">
              <a:avLst/>
            </a:prstGeom>
            <a:solidFill>
              <a:srgbClr val="7E39BA"/>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8" name="Rectangle 37">
              <a:extLst>
                <a:ext uri="{FF2B5EF4-FFF2-40B4-BE49-F238E27FC236}">
                  <a16:creationId xmlns:a16="http://schemas.microsoft.com/office/drawing/2014/main" id="{ADD8B16A-69A7-4FBF-8FEA-813DD646001C}"/>
                </a:ext>
              </a:extLst>
            </p:cNvPr>
            <p:cNvSpPr/>
            <p:nvPr userDrawn="1"/>
          </p:nvSpPr>
          <p:spPr>
            <a:xfrm>
              <a:off x="12355040" y="3691314"/>
              <a:ext cx="360000" cy="360000"/>
            </a:xfrm>
            <a:prstGeom prst="rect">
              <a:avLst/>
            </a:prstGeom>
            <a:solidFill>
              <a:srgbClr val="00C37B"/>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9" name="Rectangle 38">
              <a:extLst>
                <a:ext uri="{FF2B5EF4-FFF2-40B4-BE49-F238E27FC236}">
                  <a16:creationId xmlns:a16="http://schemas.microsoft.com/office/drawing/2014/main" id="{966F75B3-F944-4399-9689-287803F7AD06}"/>
                </a:ext>
              </a:extLst>
            </p:cNvPr>
            <p:cNvSpPr/>
            <p:nvPr userDrawn="1"/>
          </p:nvSpPr>
          <p:spPr>
            <a:xfrm>
              <a:off x="12355040" y="2649213"/>
              <a:ext cx="360000" cy="360000"/>
            </a:xfrm>
            <a:prstGeom prst="rect">
              <a:avLst/>
            </a:prstGeom>
            <a:solidFill>
              <a:srgbClr val="15636B"/>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0" name="Rectangle 39">
              <a:extLst>
                <a:ext uri="{FF2B5EF4-FFF2-40B4-BE49-F238E27FC236}">
                  <a16:creationId xmlns:a16="http://schemas.microsoft.com/office/drawing/2014/main" id="{2655E8E1-1AD2-4547-BF2E-8AFB86FEB3EC}"/>
                </a:ext>
              </a:extLst>
            </p:cNvPr>
            <p:cNvSpPr/>
            <p:nvPr userDrawn="1"/>
          </p:nvSpPr>
          <p:spPr>
            <a:xfrm>
              <a:off x="12355040" y="2996580"/>
              <a:ext cx="360000" cy="360000"/>
            </a:xfrm>
            <a:prstGeom prst="rect">
              <a:avLst/>
            </a:prstGeom>
            <a:solidFill>
              <a:srgbClr val="0F999C"/>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1" name="Rectangle 40">
              <a:extLst>
                <a:ext uri="{FF2B5EF4-FFF2-40B4-BE49-F238E27FC236}">
                  <a16:creationId xmlns:a16="http://schemas.microsoft.com/office/drawing/2014/main" id="{0FA4E70F-64E0-4B3B-B5CE-3D34B785569E}"/>
                </a:ext>
              </a:extLst>
            </p:cNvPr>
            <p:cNvSpPr/>
            <p:nvPr userDrawn="1"/>
          </p:nvSpPr>
          <p:spPr>
            <a:xfrm>
              <a:off x="12355040" y="3343947"/>
              <a:ext cx="360000" cy="360000"/>
            </a:xfrm>
            <a:prstGeom prst="rect">
              <a:avLst/>
            </a:prstGeom>
            <a:solidFill>
              <a:srgbClr val="01D1D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2" name="Rectangle 41">
              <a:extLst>
                <a:ext uri="{FF2B5EF4-FFF2-40B4-BE49-F238E27FC236}">
                  <a16:creationId xmlns:a16="http://schemas.microsoft.com/office/drawing/2014/main" id="{453618A8-6B83-41B8-A9C8-5B27E916B5C8}"/>
                </a:ext>
              </a:extLst>
            </p:cNvPr>
            <p:cNvSpPr/>
            <p:nvPr userDrawn="1"/>
          </p:nvSpPr>
          <p:spPr>
            <a:xfrm>
              <a:off x="12355040" y="6122883"/>
              <a:ext cx="360000" cy="360000"/>
            </a:xfrm>
            <a:prstGeom prst="rect">
              <a:avLst/>
            </a:prstGeom>
            <a:solidFill>
              <a:srgbClr val="FF7E8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3" name="Rectangle 42">
              <a:extLst>
                <a:ext uri="{FF2B5EF4-FFF2-40B4-BE49-F238E27FC236}">
                  <a16:creationId xmlns:a16="http://schemas.microsoft.com/office/drawing/2014/main" id="{CB29D2F4-5B6A-40D7-817C-A5F6248B586D}"/>
                </a:ext>
              </a:extLst>
            </p:cNvPr>
            <p:cNvSpPr/>
            <p:nvPr userDrawn="1"/>
          </p:nvSpPr>
          <p:spPr>
            <a:xfrm>
              <a:off x="12355040" y="5775516"/>
              <a:ext cx="360000" cy="360000"/>
            </a:xfrm>
            <a:prstGeom prst="rect">
              <a:avLst/>
            </a:prstGeom>
            <a:solidFill>
              <a:srgbClr val="CB29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4" name="Rectangle 43">
              <a:extLst>
                <a:ext uri="{FF2B5EF4-FFF2-40B4-BE49-F238E27FC236}">
                  <a16:creationId xmlns:a16="http://schemas.microsoft.com/office/drawing/2014/main" id="{465058F1-4FC7-42F2-9AF5-C5A15943DD1A}"/>
                </a:ext>
              </a:extLst>
            </p:cNvPr>
            <p:cNvSpPr/>
            <p:nvPr userDrawn="1"/>
          </p:nvSpPr>
          <p:spPr>
            <a:xfrm>
              <a:off x="12355040" y="5428149"/>
              <a:ext cx="360000" cy="360000"/>
            </a:xfrm>
            <a:prstGeom prst="rect">
              <a:avLst/>
            </a:prstGeom>
            <a:solidFill>
              <a:srgbClr val="86086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5" name="Rectangle 44">
              <a:extLst>
                <a:ext uri="{FF2B5EF4-FFF2-40B4-BE49-F238E27FC236}">
                  <a16:creationId xmlns:a16="http://schemas.microsoft.com/office/drawing/2014/main" id="{F74AF38E-9752-4BB7-B058-1B420ABA652F}"/>
                </a:ext>
              </a:extLst>
            </p:cNvPr>
            <p:cNvSpPr/>
            <p:nvPr userDrawn="1"/>
          </p:nvSpPr>
          <p:spPr>
            <a:xfrm>
              <a:off x="12355040" y="4386048"/>
              <a:ext cx="360000" cy="360000"/>
            </a:xfrm>
            <a:prstGeom prst="rect">
              <a:avLst/>
            </a:prstGeom>
            <a:solidFill>
              <a:srgbClr val="4701A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grpSp>
    </p:spTree>
    <p:extLst>
      <p:ext uri="{BB962C8B-B14F-4D97-AF65-F5344CB8AC3E}">
        <p14:creationId xmlns:p14="http://schemas.microsoft.com/office/powerpoint/2010/main" val="1516094791"/>
      </p:ext>
    </p:extLst>
  </p:cSld>
  <p:clrMap bg1="lt1" tx1="dk1" bg2="lt2" tx2="dk2" accent1="accent1" accent2="accent2" accent3="accent3" accent4="accent4" accent5="accent5" accent6="accent6" hlink="hlink" folHlink="folHlink"/>
  <p:sldLayoutIdLst>
    <p:sldLayoutId id="2147483908" r:id="rId1"/>
    <p:sldLayoutId id="2147483909" r:id="rId2"/>
    <p:sldLayoutId id="2147483910" r:id="rId3"/>
    <p:sldLayoutId id="2147483911" r:id="rId4"/>
    <p:sldLayoutId id="2147483912" r:id="rId5"/>
    <p:sldLayoutId id="2147483913" r:id="rId6"/>
    <p:sldLayoutId id="2147483914" r:id="rId7"/>
    <p:sldLayoutId id="2147483915" r:id="rId8"/>
    <p:sldLayoutId id="2147483917" r:id="rId9"/>
    <p:sldLayoutId id="2147483918" r:id="rId10"/>
    <p:sldLayoutId id="2147483919" r:id="rId11"/>
    <p:sldLayoutId id="2147483920" r:id="rId12"/>
    <p:sldLayoutId id="2147483921" r:id="rId13"/>
    <p:sldLayoutId id="2147483922" r:id="rId14"/>
    <p:sldLayoutId id="2147483923" r:id="rId15"/>
    <p:sldLayoutId id="2147483924" r:id="rId16"/>
  </p:sldLayoutIdLst>
  <p:txStyles>
    <p:titleStyle>
      <a:lvl1pPr algn="l" defTabSz="914342" rtl="0" eaLnBrk="1" latinLnBrk="0" hangingPunct="1">
        <a:lnSpc>
          <a:spcPct val="85000"/>
        </a:lnSpc>
        <a:spcBef>
          <a:spcPct val="0"/>
        </a:spcBef>
        <a:buNone/>
        <a:defRPr sz="3200" b="0" kern="1200">
          <a:solidFill>
            <a:schemeClr val="tx1"/>
          </a:solidFill>
          <a:latin typeface="+mj-lt"/>
          <a:ea typeface="+mj-ea"/>
          <a:cs typeface="+mj-cs"/>
        </a:defRPr>
      </a:lvl1pPr>
    </p:titleStyle>
    <p:bodyStyle>
      <a:lvl1pPr marL="166189" indent="-166189" algn="l" defTabSz="914342" rtl="0" eaLnBrk="1" latinLnBrk="0" hangingPunct="1">
        <a:lnSpc>
          <a:spcPct val="90000"/>
        </a:lnSpc>
        <a:spcBef>
          <a:spcPts val="0"/>
        </a:spcBef>
        <a:spcAft>
          <a:spcPts val="600"/>
        </a:spcAft>
        <a:buClr>
          <a:schemeClr val="accent5"/>
        </a:buClr>
        <a:buFont typeface="Wingdings" pitchFamily="2" charset="2"/>
        <a:buChar char="§"/>
        <a:defRPr sz="2200" b="0" kern="1200">
          <a:solidFill>
            <a:schemeClr val="tx2">
              <a:lumMod val="50000"/>
            </a:schemeClr>
          </a:solidFill>
          <a:latin typeface="+mn-lt"/>
          <a:ea typeface="+mn-ea"/>
          <a:cs typeface="+mn-cs"/>
        </a:defRPr>
      </a:lvl1pPr>
      <a:lvl2pPr marL="355600" indent="-180975" algn="l" defTabSz="914342" rtl="0" eaLnBrk="1" latinLnBrk="0" hangingPunct="1">
        <a:lnSpc>
          <a:spcPct val="90000"/>
        </a:lnSpc>
        <a:spcBef>
          <a:spcPts val="0"/>
        </a:spcBef>
        <a:spcAft>
          <a:spcPts val="600"/>
        </a:spcAft>
        <a:buClr>
          <a:schemeClr val="accent3"/>
        </a:buClr>
        <a:buFont typeface="Wingdings" pitchFamily="2" charset="2"/>
        <a:buChar char="§"/>
        <a:defRPr sz="1800" kern="1200">
          <a:solidFill>
            <a:schemeClr val="tx2">
              <a:lumMod val="50000"/>
            </a:schemeClr>
          </a:solidFill>
          <a:latin typeface="+mn-lt"/>
          <a:ea typeface="+mn-ea"/>
          <a:cs typeface="+mn-cs"/>
        </a:defRPr>
      </a:lvl2pPr>
      <a:lvl3pPr marL="536575" indent="-165100" algn="l" defTabSz="914342" rtl="0" eaLnBrk="1" latinLnBrk="0" hangingPunct="1">
        <a:lnSpc>
          <a:spcPct val="90000"/>
        </a:lnSpc>
        <a:spcBef>
          <a:spcPts val="0"/>
        </a:spcBef>
        <a:spcAft>
          <a:spcPts val="600"/>
        </a:spcAft>
        <a:buClr>
          <a:schemeClr val="accent2"/>
        </a:buClr>
        <a:buFont typeface="Arial" pitchFamily="34" charset="0"/>
        <a:buChar char="•"/>
        <a:defRPr sz="1600" kern="1200">
          <a:solidFill>
            <a:schemeClr val="tx2">
              <a:lumMod val="50000"/>
            </a:schemeClr>
          </a:solidFill>
          <a:latin typeface="+mn-lt"/>
          <a:ea typeface="+mn-ea"/>
          <a:cs typeface="+mn-cs"/>
        </a:defRPr>
      </a:lvl3pPr>
      <a:lvl4pPr marL="711200" indent="-165100" algn="l" defTabSz="914342" rtl="0" eaLnBrk="1" latinLnBrk="0" hangingPunct="1">
        <a:lnSpc>
          <a:spcPct val="90000"/>
        </a:lnSpc>
        <a:spcBef>
          <a:spcPts val="0"/>
        </a:spcBef>
        <a:spcAft>
          <a:spcPts val="600"/>
        </a:spcAft>
        <a:buClr>
          <a:schemeClr val="bg2"/>
        </a:buClr>
        <a:buFont typeface="Arial" pitchFamily="34" charset="0"/>
        <a:buChar char="–"/>
        <a:defRPr sz="1400" kern="1200">
          <a:solidFill>
            <a:schemeClr val="tx2">
              <a:lumMod val="50000"/>
            </a:schemeClr>
          </a:solidFill>
          <a:latin typeface="+mn-lt"/>
          <a:ea typeface="+mn-ea"/>
          <a:cs typeface="+mn-cs"/>
        </a:defRPr>
      </a:lvl4pPr>
      <a:lvl5pPr marL="1609624" indent="-193663" algn="l" defTabSz="914342" rtl="0" eaLnBrk="1" latinLnBrk="0" hangingPunct="1">
        <a:spcBef>
          <a:spcPts val="0"/>
        </a:spcBef>
        <a:buClr>
          <a:srgbClr val="B1B1B1"/>
        </a:buClr>
        <a:buFont typeface="Arial" pitchFamily="34" charset="0"/>
        <a:buChar char="–"/>
        <a:defRPr sz="1700" kern="1200">
          <a:solidFill>
            <a:srgbClr val="494949"/>
          </a:solidFill>
          <a:latin typeface="+mn-lt"/>
          <a:ea typeface="+mn-ea"/>
          <a:cs typeface="+mn-cs"/>
        </a:defRPr>
      </a:lvl5pPr>
      <a:lvl6pPr marL="2514441" indent="-228586" algn="l" defTabSz="9143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12" indent="-228586" algn="l" defTabSz="9143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783" indent="-228586" algn="l" defTabSz="9143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954" indent="-228586" algn="l" defTabSz="9143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342" rtl="0" eaLnBrk="1" latinLnBrk="0" hangingPunct="1">
        <a:defRPr sz="1800" kern="1200">
          <a:solidFill>
            <a:schemeClr val="tx1"/>
          </a:solidFill>
          <a:latin typeface="+mn-lt"/>
          <a:ea typeface="+mn-ea"/>
          <a:cs typeface="+mn-cs"/>
        </a:defRPr>
      </a:lvl1pPr>
      <a:lvl2pPr marL="457171" algn="l" defTabSz="914342" rtl="0" eaLnBrk="1" latinLnBrk="0" hangingPunct="1">
        <a:defRPr sz="1800" kern="1200">
          <a:solidFill>
            <a:schemeClr val="tx1"/>
          </a:solidFill>
          <a:latin typeface="+mn-lt"/>
          <a:ea typeface="+mn-ea"/>
          <a:cs typeface="+mn-cs"/>
        </a:defRPr>
      </a:lvl2pPr>
      <a:lvl3pPr marL="914342" algn="l" defTabSz="914342" rtl="0" eaLnBrk="1" latinLnBrk="0" hangingPunct="1">
        <a:defRPr sz="1800" kern="1200">
          <a:solidFill>
            <a:schemeClr val="tx1"/>
          </a:solidFill>
          <a:latin typeface="+mn-lt"/>
          <a:ea typeface="+mn-ea"/>
          <a:cs typeface="+mn-cs"/>
        </a:defRPr>
      </a:lvl3pPr>
      <a:lvl4pPr marL="1371513" algn="l" defTabSz="914342" rtl="0" eaLnBrk="1" latinLnBrk="0" hangingPunct="1">
        <a:defRPr sz="1800" kern="1200">
          <a:solidFill>
            <a:schemeClr val="tx1"/>
          </a:solidFill>
          <a:latin typeface="+mn-lt"/>
          <a:ea typeface="+mn-ea"/>
          <a:cs typeface="+mn-cs"/>
        </a:defRPr>
      </a:lvl4pPr>
      <a:lvl5pPr marL="1828684" algn="l" defTabSz="914342" rtl="0" eaLnBrk="1" latinLnBrk="0" hangingPunct="1">
        <a:defRPr sz="1800" kern="1200">
          <a:solidFill>
            <a:schemeClr val="tx1"/>
          </a:solidFill>
          <a:latin typeface="+mn-lt"/>
          <a:ea typeface="+mn-ea"/>
          <a:cs typeface="+mn-cs"/>
        </a:defRPr>
      </a:lvl5pPr>
      <a:lvl6pPr marL="2285855" algn="l" defTabSz="914342" rtl="0" eaLnBrk="1" latinLnBrk="0" hangingPunct="1">
        <a:defRPr sz="1800" kern="1200">
          <a:solidFill>
            <a:schemeClr val="tx1"/>
          </a:solidFill>
          <a:latin typeface="+mn-lt"/>
          <a:ea typeface="+mn-ea"/>
          <a:cs typeface="+mn-cs"/>
        </a:defRPr>
      </a:lvl6pPr>
      <a:lvl7pPr marL="2743026" algn="l" defTabSz="914342" rtl="0" eaLnBrk="1" latinLnBrk="0" hangingPunct="1">
        <a:defRPr sz="1800" kern="1200">
          <a:solidFill>
            <a:schemeClr val="tx1"/>
          </a:solidFill>
          <a:latin typeface="+mn-lt"/>
          <a:ea typeface="+mn-ea"/>
          <a:cs typeface="+mn-cs"/>
        </a:defRPr>
      </a:lvl7pPr>
      <a:lvl8pPr marL="3200198" algn="l" defTabSz="914342" rtl="0" eaLnBrk="1" latinLnBrk="0" hangingPunct="1">
        <a:defRPr sz="1800" kern="1200">
          <a:solidFill>
            <a:schemeClr val="tx1"/>
          </a:solidFill>
          <a:latin typeface="+mn-lt"/>
          <a:ea typeface="+mn-ea"/>
          <a:cs typeface="+mn-cs"/>
        </a:defRPr>
      </a:lvl8pPr>
      <a:lvl9pPr marL="3657369" algn="l" defTabSz="9143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graphicFrame>
        <p:nvGraphicFramePr>
          <p:cNvPr id="21" name="Object 20" hidden="1"/>
          <p:cNvGraphicFramePr>
            <a:graphicFrameLocks noChangeAspect="1"/>
          </p:cNvGraphicFramePr>
          <p:nvPr>
            <p:custDataLst>
              <p:tags r:id="rId13"/>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5367" name="think-cell Slide" r:id="rId14" imgW="270" imgH="270" progId="TCLayout.ActiveDocument.1">
                  <p:embed/>
                </p:oleObj>
              </mc:Choice>
              <mc:Fallback>
                <p:oleObj name="think-cell Slide" r:id="rId14" imgW="270" imgH="270" progId="TCLayout.ActiveDocument.1">
                  <p:embed/>
                  <p:pic>
                    <p:nvPicPr>
                      <p:cNvPr id="21" name="Object 20" hidden="1"/>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e 1"/>
          <p:cNvGrpSpPr/>
          <p:nvPr userDrawn="1"/>
        </p:nvGrpSpPr>
        <p:grpSpPr>
          <a:xfrm>
            <a:off x="11501102" y="171573"/>
            <a:ext cx="419436" cy="388988"/>
            <a:chOff x="11501102" y="171573"/>
            <a:chExt cx="419436" cy="388988"/>
          </a:xfrm>
        </p:grpSpPr>
        <p:sp>
          <p:nvSpPr>
            <p:cNvPr id="4109" name="Freeform 13"/>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4110" name="Freeform 14"/>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7" name="Retângulo 43">
            <a:extLst>
              <a:ext uri="{FF2B5EF4-FFF2-40B4-BE49-F238E27FC236}">
                <a16:creationId xmlns:a16="http://schemas.microsoft.com/office/drawing/2014/main" id="{25FC8637-25BD-4C09-AF25-56B4243DAB3D}"/>
              </a:ext>
            </a:extLst>
          </p:cNvPr>
          <p:cNvSpPr/>
          <p:nvPr userDrawn="1"/>
        </p:nvSpPr>
        <p:spPr>
          <a:xfrm>
            <a:off x="11751670" y="6650661"/>
            <a:ext cx="176330" cy="123111"/>
          </a:xfrm>
          <a:prstGeom prst="rect">
            <a:avLst/>
          </a:prstGeom>
        </p:spPr>
        <p:txBody>
          <a:bodyPr wrap="none" lIns="0" tIns="0" rIns="0" bIns="0" anchor="ctr" anchorCtr="0">
            <a:spAutoFit/>
          </a:bodyPr>
          <a:lstStyle/>
          <a:p>
            <a:pPr algn="r"/>
            <a:fld id="{0502E5A9-B53C-401E-A0E0-4A359BB0A9E5}" type="slidenum">
              <a:rPr lang="en-US" sz="800" smtClean="0">
                <a:solidFill>
                  <a:schemeClr val="bg1">
                    <a:lumMod val="65000"/>
                  </a:schemeClr>
                </a:solidFill>
                <a:cs typeface="Arial" panose="020B0604020202020204" pitchFamily="34" charset="0"/>
              </a:rPr>
              <a:pPr algn="r"/>
              <a:t>‹#›</a:t>
            </a:fld>
            <a:endParaRPr lang="en-US" sz="800" dirty="0">
              <a:solidFill>
                <a:schemeClr val="bg1">
                  <a:lumMod val="65000"/>
                </a:schemeClr>
              </a:solidFill>
              <a:cs typeface="Arial" panose="020B0604020202020204" pitchFamily="34" charset="0"/>
            </a:endParaRPr>
          </a:p>
        </p:txBody>
      </p:sp>
      <p:sp>
        <p:nvSpPr>
          <p:cNvPr id="6" name="Text Placeholder 7">
            <a:extLst>
              <a:ext uri="{FF2B5EF4-FFF2-40B4-BE49-F238E27FC236}">
                <a16:creationId xmlns:a16="http://schemas.microsoft.com/office/drawing/2014/main" id="{E824319D-02CC-441E-87B5-E9D15DE8CA35}"/>
              </a:ext>
            </a:extLst>
          </p:cNvPr>
          <p:cNvSpPr txBox="1">
            <a:spLocks/>
          </p:cNvSpPr>
          <p:nvPr userDrawn="1"/>
        </p:nvSpPr>
        <p:spPr>
          <a:xfrm>
            <a:off x="9017223" y="6650661"/>
            <a:ext cx="2664297" cy="123111"/>
          </a:xfrm>
          <a:prstGeom prst="rect">
            <a:avLst/>
          </a:prstGeom>
        </p:spPr>
        <p:txBody>
          <a:bodyPr lIns="0" tIns="0" rIns="0" bIns="0" anchor="ctr" anchorCtr="0">
            <a:noAutofit/>
          </a:bodyPr>
          <a:lstStyle>
            <a:lvl1pPr marL="0" indent="0" algn="l" defTabSz="914400" rtl="0" eaLnBrk="1" latinLnBrk="0" hangingPunct="1">
              <a:lnSpc>
                <a:spcPct val="100000"/>
              </a:lnSpc>
              <a:spcBef>
                <a:spcPts val="1000"/>
              </a:spcBef>
              <a:buFont typeface="Arial" panose="020B0604020202020204" pitchFamily="34" charset="0"/>
              <a:buNone/>
              <a:defRPr sz="800" kern="1200">
                <a:solidFill>
                  <a:srgbClr val="7F7F7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indent="0" algn="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solidFill>
                  <a:schemeClr val="bg1">
                    <a:lumMod val="65000"/>
                  </a:schemeClr>
                </a:solidFill>
              </a:rPr>
              <a:t>© Capgemini 2017. All rights reserved  </a:t>
            </a:r>
            <a:r>
              <a:rPr lang="en-US" dirty="0">
                <a:solidFill>
                  <a:schemeClr val="accent2"/>
                </a:solidFill>
              </a:rPr>
              <a:t>|</a:t>
            </a:r>
          </a:p>
        </p:txBody>
      </p:sp>
      <p:sp>
        <p:nvSpPr>
          <p:cNvPr id="8" name="Text Placeholder 7">
            <a:extLst>
              <a:ext uri="{FF2B5EF4-FFF2-40B4-BE49-F238E27FC236}">
                <a16:creationId xmlns:a16="http://schemas.microsoft.com/office/drawing/2014/main" id="{E824319D-02CC-441E-87B5-E9D15DE8CA35}"/>
              </a:ext>
            </a:extLst>
          </p:cNvPr>
          <p:cNvSpPr txBox="1">
            <a:spLocks/>
          </p:cNvSpPr>
          <p:nvPr userDrawn="1"/>
        </p:nvSpPr>
        <p:spPr>
          <a:xfrm>
            <a:off x="227348" y="6650661"/>
            <a:ext cx="4716524" cy="123111"/>
          </a:xfrm>
          <a:prstGeom prst="rect">
            <a:avLst/>
          </a:prstGeom>
        </p:spPr>
        <p:txBody>
          <a:bodyPr wrap="none" lIns="0" tIns="0" rIns="0" bIns="0" anchor="ctr" anchorCtr="0">
            <a:noAutofit/>
          </a:bodyPr>
          <a:lstStyle>
            <a:lvl1pPr marL="0" indent="0" algn="l" defTabSz="914400" rtl="0" eaLnBrk="1" latinLnBrk="0" hangingPunct="1">
              <a:lnSpc>
                <a:spcPct val="100000"/>
              </a:lnSpc>
              <a:spcBef>
                <a:spcPts val="1000"/>
              </a:spcBef>
              <a:buFont typeface="Arial" panose="020B0604020202020204" pitchFamily="34" charset="0"/>
              <a:buNone/>
              <a:defRPr sz="800" kern="1200">
                <a:solidFill>
                  <a:srgbClr val="7F7F7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dirty="0">
                <a:solidFill>
                  <a:schemeClr val="bg1">
                    <a:lumMod val="65000"/>
                  </a:schemeClr>
                </a:solidFill>
              </a:rPr>
              <a:t>Presentation Title | Author | Date</a:t>
            </a:r>
          </a:p>
        </p:txBody>
      </p:sp>
      <p:sp>
        <p:nvSpPr>
          <p:cNvPr id="4" name="Espace réservé du texte 3"/>
          <p:cNvSpPr>
            <a:spLocks noGrp="1"/>
          </p:cNvSpPr>
          <p:nvPr userDrawn="1">
            <p:ph type="body" idx="1"/>
          </p:nvPr>
        </p:nvSpPr>
        <p:spPr>
          <a:xfrm>
            <a:off x="227348" y="1815352"/>
            <a:ext cx="11700000" cy="4466201"/>
          </a:xfrm>
          <a:prstGeom prst="rect">
            <a:avLst/>
          </a:prstGeom>
        </p:spPr>
        <p:txBody>
          <a:bodyPr vert="horz" lIns="0" tIns="0" rIns="0" bIns="0" rtlCol="0">
            <a:normAutofit/>
          </a:bodyPr>
          <a:lstStyle/>
          <a:p>
            <a:pPr lvl="0"/>
            <a:r>
              <a:rPr lang="fr-FR" dirty="0"/>
              <a:t>Modifiez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9" name="Espace réservé du titre 8"/>
          <p:cNvSpPr>
            <a:spLocks noGrp="1"/>
          </p:cNvSpPr>
          <p:nvPr>
            <p:ph type="title"/>
          </p:nvPr>
        </p:nvSpPr>
        <p:spPr>
          <a:xfrm>
            <a:off x="227349" y="0"/>
            <a:ext cx="11125236" cy="1104900"/>
          </a:xfrm>
          <a:prstGeom prst="rect">
            <a:avLst/>
          </a:prstGeom>
        </p:spPr>
        <p:txBody>
          <a:bodyPr vert="horz" lIns="0" tIns="0" rIns="0" bIns="0" rtlCol="0" anchor="ctr">
            <a:no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lang="fr-FR" dirty="0"/>
              <a:t>Click to insert </a:t>
            </a:r>
            <a:r>
              <a:rPr lang="fr-FR" dirty="0" err="1"/>
              <a:t>title</a:t>
            </a:r>
            <a:endParaRPr lang="en-US" dirty="0"/>
          </a:p>
        </p:txBody>
      </p:sp>
    </p:spTree>
    <p:extLst>
      <p:ext uri="{BB962C8B-B14F-4D97-AF65-F5344CB8AC3E}">
        <p14:creationId xmlns:p14="http://schemas.microsoft.com/office/powerpoint/2010/main" val="2066722123"/>
      </p:ext>
    </p:extLst>
  </p:cSld>
  <p:clrMap bg1="lt1" tx1="dk1" bg2="lt2" tx2="dk2" accent1="accent1" accent2="accent2" accent3="accent3" accent4="accent4" accent5="accent5" accent6="accent6" hlink="hlink" folHlink="folHlink"/>
  <p:sldLayoutIdLst>
    <p:sldLayoutId id="2147483958" r:id="rId1"/>
    <p:sldLayoutId id="2147483959" r:id="rId2"/>
    <p:sldLayoutId id="2147483960" r:id="rId3"/>
    <p:sldLayoutId id="2147483961" r:id="rId4"/>
    <p:sldLayoutId id="2147483962" r:id="rId5"/>
    <p:sldLayoutId id="2147483963" r:id="rId6"/>
    <p:sldLayoutId id="2147483964" r:id="rId7"/>
    <p:sldLayoutId id="2147483965" r:id="rId8"/>
    <p:sldLayoutId id="2147483966" r:id="rId9"/>
    <p:sldLayoutId id="2147483967" r:id="rId10"/>
  </p:sldLayoutIdLst>
  <p:txStyles>
    <p:titleStyle>
      <a:lvl1pPr marL="0" marR="0" indent="0" algn="l" defTabSz="914400" rtl="0" eaLnBrk="1" fontAlgn="auto" latinLnBrk="0" hangingPunct="1">
        <a:lnSpc>
          <a:spcPct val="90000"/>
        </a:lnSpc>
        <a:spcBef>
          <a:spcPct val="0"/>
        </a:spcBef>
        <a:spcAft>
          <a:spcPts val="0"/>
        </a:spcAft>
        <a:buClrTx/>
        <a:buSzTx/>
        <a:buFontTx/>
        <a:buNone/>
        <a:tabLst/>
        <a:defRPr kumimoji="0" lang="en-US" sz="3000" b="0" i="0" u="none" strike="noStrike" kern="1200" cap="none" spc="0" normalizeH="0" baseline="0" noProof="0" dirty="0">
          <a:ln>
            <a:noFill/>
          </a:ln>
          <a:solidFill>
            <a:schemeClr val="accent1"/>
          </a:solidFill>
          <a:effectLst/>
          <a:uLnTx/>
          <a:uFillTx/>
          <a:latin typeface="+mj-lt"/>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tx1"/>
          </a:solidFill>
          <a:latin typeface="+mj-lt"/>
          <a:ea typeface="+mn-ea"/>
          <a:cs typeface="+mn-cs"/>
        </a:defRPr>
      </a:lvl1pPr>
      <a:lvl2pPr marL="266700" indent="-177800" algn="l" defTabSz="914400" rtl="0" eaLnBrk="1" latinLnBrk="0" hangingPunct="1">
        <a:lnSpc>
          <a:spcPct val="90000"/>
        </a:lnSpc>
        <a:spcBef>
          <a:spcPts val="500"/>
        </a:spcBef>
        <a:buClr>
          <a:schemeClr val="accent1"/>
        </a:buClr>
        <a:buFont typeface="Wingdings" panose="05000000000000000000" pitchFamily="2" charset="2"/>
        <a:buChar char="§"/>
        <a:defRPr sz="1800" kern="1200">
          <a:solidFill>
            <a:schemeClr val="tx1"/>
          </a:solidFill>
          <a:latin typeface="+mj-lt"/>
          <a:ea typeface="+mn-ea"/>
          <a:cs typeface="+mn-cs"/>
        </a:defRPr>
      </a:lvl2pPr>
      <a:lvl3pPr marL="444500" indent="-177800" algn="l" defTabSz="914400" rtl="0" eaLnBrk="1" latinLnBrk="0" hangingPunct="1">
        <a:lnSpc>
          <a:spcPct val="90000"/>
        </a:lnSpc>
        <a:spcBef>
          <a:spcPts val="500"/>
        </a:spcBef>
        <a:buClr>
          <a:schemeClr val="accent2"/>
        </a:buClr>
        <a:buFont typeface="Arial" panose="020B0604020202020204" pitchFamily="34" charset="0"/>
        <a:buChar char="•"/>
        <a:defRPr sz="1600" kern="1200">
          <a:solidFill>
            <a:schemeClr val="tx1"/>
          </a:solidFill>
          <a:latin typeface="+mj-lt"/>
          <a:ea typeface="+mn-ea"/>
          <a:cs typeface="+mn-cs"/>
        </a:defRPr>
      </a:lvl3pPr>
      <a:lvl4pPr marL="622300" indent="-177800" algn="l" defTabSz="914400" rtl="0" eaLnBrk="1" latinLnBrk="0" hangingPunct="1">
        <a:lnSpc>
          <a:spcPct val="90000"/>
        </a:lnSpc>
        <a:spcBef>
          <a:spcPts val="500"/>
        </a:spcBef>
        <a:buClr>
          <a:schemeClr val="accent3"/>
        </a:buClr>
        <a:buFont typeface="Verdana" panose="020B0604030504040204" pitchFamily="34" charset="0"/>
        <a:buChar char="‒"/>
        <a:defRPr sz="1400" kern="1200">
          <a:solidFill>
            <a:schemeClr val="tx1"/>
          </a:solidFill>
          <a:latin typeface="+mj-lt"/>
          <a:ea typeface="+mn-ea"/>
          <a:cs typeface="+mn-cs"/>
        </a:defRPr>
      </a:lvl4pPr>
      <a:lvl5pPr marL="812800" indent="-190500" algn="l" defTabSz="914400" rtl="0" eaLnBrk="1" latinLnBrk="0" hangingPunct="1">
        <a:lnSpc>
          <a:spcPct val="90000"/>
        </a:lnSpc>
        <a:spcBef>
          <a:spcPts val="500"/>
        </a:spcBef>
        <a:buClr>
          <a:schemeClr val="accent5"/>
        </a:buClr>
        <a:buFont typeface="Arial" panose="020B0604020202020204" pitchFamily="34" charset="0"/>
        <a:buChar char="•"/>
        <a:defRPr sz="14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09">
          <p15:clr>
            <a:srgbClr val="F26B43"/>
          </p15:clr>
        </p15:guide>
        <p15:guide id="2" pos="7506">
          <p15:clr>
            <a:srgbClr val="F26B43"/>
          </p15:clr>
        </p15:guide>
        <p15:guide id="3" orient="horz" pos="4088">
          <p15:clr>
            <a:srgbClr val="F26B43"/>
          </p15:clr>
        </p15:guide>
        <p15:guide id="4" pos="143">
          <p15:clr>
            <a:srgbClr val="F26B43"/>
          </p15:clr>
        </p15:guide>
        <p15:guide id="5" orient="horz" pos="1139">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mailto:raubins.raj@capgemini.com" TargetMode="External"/><Relationship Id="rId2" Type="http://schemas.openxmlformats.org/officeDocument/2006/relationships/notesSlide" Target="../notesSlides/notesSlide1.xml"/><Relationship Id="rId1" Type="http://schemas.openxmlformats.org/officeDocument/2006/relationships/slideLayout" Target="../slideLayouts/slideLayout26.xml"/><Relationship Id="rId4" Type="http://schemas.openxmlformats.org/officeDocument/2006/relationships/image" Target="../media/image14.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3">
            <a:extLst>
              <a:ext uri="{FF2B5EF4-FFF2-40B4-BE49-F238E27FC236}">
                <a16:creationId xmlns:a16="http://schemas.microsoft.com/office/drawing/2014/main" id="{B8B0DC3D-A319-4B78-A461-3FAC5C106C85}"/>
              </a:ext>
            </a:extLst>
          </p:cNvPr>
          <p:cNvGraphicFramePr>
            <a:graphicFrameLocks noGrp="1"/>
          </p:cNvGraphicFramePr>
          <p:nvPr>
            <p:extLst>
              <p:ext uri="{D42A27DB-BD31-4B8C-83A1-F6EECF244321}">
                <p14:modId xmlns:p14="http://schemas.microsoft.com/office/powerpoint/2010/main" val="3705925962"/>
              </p:ext>
            </p:extLst>
          </p:nvPr>
        </p:nvGraphicFramePr>
        <p:xfrm>
          <a:off x="9229514" y="1752600"/>
          <a:ext cx="2962486" cy="4191000"/>
        </p:xfrm>
        <a:graphic>
          <a:graphicData uri="http://schemas.openxmlformats.org/drawingml/2006/table">
            <a:tbl>
              <a:tblPr firstRow="1" bandRow="1">
                <a:tableStyleId>{0E3FDE45-AF77-4B5C-9715-49D594BDF05E}</a:tableStyleId>
              </a:tblPr>
              <a:tblGrid>
                <a:gridCol w="981286">
                  <a:extLst>
                    <a:ext uri="{9D8B030D-6E8A-4147-A177-3AD203B41FA5}">
                      <a16:colId xmlns:a16="http://schemas.microsoft.com/office/drawing/2014/main" val="3331298770"/>
                    </a:ext>
                  </a:extLst>
                </a:gridCol>
                <a:gridCol w="1981200">
                  <a:extLst>
                    <a:ext uri="{9D8B030D-6E8A-4147-A177-3AD203B41FA5}">
                      <a16:colId xmlns:a16="http://schemas.microsoft.com/office/drawing/2014/main" val="879084521"/>
                    </a:ext>
                  </a:extLst>
                </a:gridCol>
              </a:tblGrid>
              <a:tr h="706352">
                <a:tc>
                  <a:txBody>
                    <a:bodyPr/>
                    <a:lstStyle/>
                    <a:p>
                      <a:pPr>
                        <a:lnSpc>
                          <a:spcPct val="150000"/>
                        </a:lnSpc>
                      </a:pPr>
                      <a:r>
                        <a:rPr kumimoji="0" lang="en-US" sz="900" b="1"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Backend</a:t>
                      </a:r>
                      <a:endPar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endParaRPr>
                    </a:p>
                  </a:txBody>
                  <a:tcPr/>
                </a:tc>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900" b="0" u="none" strike="noStrike" kern="1200" cap="none" spc="0" normalizeH="0" baseline="0" noProof="0" dirty="0">
                          <a:ln>
                            <a:noFill/>
                          </a:ln>
                          <a:effectLst/>
                          <a:uLnTx/>
                          <a:uFillTx/>
                        </a:rPr>
                        <a:t>Java Basics, OOPS, Generics, Collections, Arrays, Loops and Stream API</a:t>
                      </a:r>
                    </a:p>
                  </a:txBody>
                  <a:tcPr/>
                </a:tc>
                <a:extLst>
                  <a:ext uri="{0D108BD9-81ED-4DB2-BD59-A6C34878D82A}">
                    <a16:rowId xmlns:a16="http://schemas.microsoft.com/office/drawing/2014/main" val="3727898659"/>
                  </a:ext>
                </a:extLst>
              </a:tr>
              <a:tr h="826564">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Framework</a:t>
                      </a:r>
                      <a:endPar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endParaRPr>
                    </a:p>
                  </a:txBody>
                  <a:tcPr/>
                </a:tc>
                <a:tc>
                  <a:txBody>
                    <a:bodyPr/>
                    <a:lstStyle/>
                    <a:p>
                      <a:pPr>
                        <a:lnSpc>
                          <a:spcPct val="150000"/>
                        </a:lnSpc>
                      </a:pPr>
                      <a:r>
                        <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rPr>
                        <a:t>Spring Boot, Spring Core, Spring Data JPA</a:t>
                      </a:r>
                    </a:p>
                  </a:txBody>
                  <a:tcPr/>
                </a:tc>
                <a:extLst>
                  <a:ext uri="{0D108BD9-81ED-4DB2-BD59-A6C34878D82A}">
                    <a16:rowId xmlns:a16="http://schemas.microsoft.com/office/drawing/2014/main" val="3294054581"/>
                  </a:ext>
                </a:extLst>
              </a:tr>
              <a:tr h="1124109">
                <a:tc>
                  <a:txBody>
                    <a:bodyPr/>
                    <a:lstStyle/>
                    <a:p>
                      <a:pPr>
                        <a:lnSpc>
                          <a:spcPct val="150000"/>
                        </a:lnSpc>
                      </a:pPr>
                      <a:r>
                        <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rPr>
                        <a:t>Frontend</a:t>
                      </a:r>
                    </a:p>
                  </a:txBody>
                  <a:tcPr/>
                </a:tc>
                <a:tc>
                  <a:txBody>
                    <a:bodyPr/>
                    <a:lstStyle/>
                    <a:p>
                      <a:pPr marL="0" lvl="1" indent="0" algn="l" defTabSz="914400" rtl="0" eaLnBrk="1" latinLnBrk="0" hangingPunct="1">
                        <a:lnSpc>
                          <a:spcPct val="150000"/>
                        </a:lnSpc>
                        <a:buFont typeface="Arial" panose="020B0604020202020204" pitchFamily="34" charset="0"/>
                        <a:buNone/>
                      </a:pPr>
                      <a:r>
                        <a:rPr kumimoji="0" lang="en-US" sz="900" u="none" strike="noStrike" kern="1200" cap="none" spc="0" normalizeH="0" baseline="0" dirty="0">
                          <a:ln>
                            <a:noFill/>
                          </a:ln>
                          <a:solidFill>
                            <a:schemeClr val="tx1"/>
                          </a:solidFill>
                          <a:effectLst/>
                          <a:uLnTx/>
                          <a:uFillTx/>
                          <a:latin typeface="+mn-lt"/>
                          <a:ea typeface="+mn-ea"/>
                          <a:cs typeface="+mn-cs"/>
                        </a:rPr>
                        <a:t>Components, Hooks, Event handling, Redux, Reducers, Testing using Jasmin &amp; Karma</a:t>
                      </a:r>
                      <a:endPar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endParaRPr>
                    </a:p>
                  </a:txBody>
                  <a:tcPr/>
                </a:tc>
                <a:extLst>
                  <a:ext uri="{0D108BD9-81ED-4DB2-BD59-A6C34878D82A}">
                    <a16:rowId xmlns:a16="http://schemas.microsoft.com/office/drawing/2014/main" val="2781158786"/>
                  </a:ext>
                </a:extLst>
              </a:tr>
              <a:tr h="751422">
                <a:tc>
                  <a:txBody>
                    <a:bodyPr/>
                    <a:lstStyle/>
                    <a:p>
                      <a:pPr>
                        <a:lnSpc>
                          <a:spcPct val="150000"/>
                        </a:lnSpc>
                      </a:pPr>
                      <a:r>
                        <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rPr>
                        <a:t>Database</a:t>
                      </a:r>
                    </a:p>
                  </a:txBody>
                  <a:tcPr/>
                </a:tc>
                <a:tc>
                  <a:txBody>
                    <a:bodyPr/>
                    <a:lstStyle/>
                    <a:p>
                      <a:pPr>
                        <a:lnSpc>
                          <a:spcPct val="150000"/>
                        </a:lnSpc>
                      </a:pPr>
                      <a:r>
                        <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rPr>
                        <a:t>PostgreSQL and MongoDB</a:t>
                      </a:r>
                    </a:p>
                  </a:txBody>
                  <a:tcPr/>
                </a:tc>
                <a:extLst>
                  <a:ext uri="{0D108BD9-81ED-4DB2-BD59-A6C34878D82A}">
                    <a16:rowId xmlns:a16="http://schemas.microsoft.com/office/drawing/2014/main" val="2298680090"/>
                  </a:ext>
                </a:extLst>
              </a:tr>
              <a:tr h="782553">
                <a:tc>
                  <a:txBody>
                    <a:bodyPr/>
                    <a:lstStyle/>
                    <a:p>
                      <a:pPr>
                        <a:lnSpc>
                          <a:spcPct val="150000"/>
                        </a:lnSpc>
                      </a:pPr>
                      <a:r>
                        <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rPr>
                        <a:t>Tools</a:t>
                      </a:r>
                    </a:p>
                  </a:txBody>
                  <a:tcPr/>
                </a:tc>
                <a:tc>
                  <a:txBody>
                    <a:bodyPr/>
                    <a:lstStyle/>
                    <a:p>
                      <a:pPr>
                        <a:lnSpc>
                          <a:spcPct val="150000"/>
                        </a:lnSpc>
                      </a:pPr>
                      <a:r>
                        <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rPr>
                        <a:t>Git, Postman, Gradle, IDE, Eclipse, Visual Studio Code</a:t>
                      </a:r>
                    </a:p>
                    <a:p>
                      <a:pPr>
                        <a:lnSpc>
                          <a:spcPct val="150000"/>
                        </a:lnSpc>
                      </a:pPr>
                      <a:endPar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endParaRPr>
                    </a:p>
                  </a:txBody>
                  <a:tcPr/>
                </a:tc>
                <a:extLst>
                  <a:ext uri="{0D108BD9-81ED-4DB2-BD59-A6C34878D82A}">
                    <a16:rowId xmlns:a16="http://schemas.microsoft.com/office/drawing/2014/main" val="645317192"/>
                  </a:ext>
                </a:extLst>
              </a:tr>
            </a:tbl>
          </a:graphicData>
        </a:graphic>
      </p:graphicFrame>
      <p:sp>
        <p:nvSpPr>
          <p:cNvPr id="7170" name="Text Placeholder 18">
            <a:extLst>
              <a:ext uri="{FF2B5EF4-FFF2-40B4-BE49-F238E27FC236}">
                <a16:creationId xmlns:a16="http://schemas.microsoft.com/office/drawing/2014/main" id="{4EF0A5D5-CB77-4BCF-86BB-EC8AFA4AA0E3}"/>
              </a:ext>
            </a:extLst>
          </p:cNvPr>
          <p:cNvSpPr>
            <a:spLocks noGrp="1"/>
          </p:cNvSpPr>
          <p:nvPr>
            <p:ph type="body" sz="quarter" idx="36"/>
          </p:nvPr>
        </p:nvSpPr>
        <p:spPr>
          <a:xfrm>
            <a:off x="4837113" y="2995613"/>
            <a:ext cx="4008437" cy="2947987"/>
          </a:xfrm>
        </p:spPr>
        <p:txBody>
          <a:bodyPr/>
          <a:lstStyle/>
          <a:p>
            <a:pPr eaLnBrk="1" hangingPunct="1">
              <a:lnSpc>
                <a:spcPct val="114000"/>
              </a:lnSpc>
            </a:pPr>
            <a:r>
              <a:rPr lang="en-US" altLang="en-US" sz="1200" b="1" dirty="0"/>
              <a:t>Project on IPL Fantasy League</a:t>
            </a:r>
          </a:p>
          <a:p>
            <a:pPr marL="171450" indent="-171450" eaLnBrk="1" hangingPunct="1">
              <a:buFont typeface="Arial" panose="020B0604020202020204" pitchFamily="34" charset="0"/>
              <a:buChar char="•"/>
            </a:pPr>
            <a:r>
              <a:rPr lang="en-US" altLang="en-US" sz="1200" dirty="0"/>
              <a:t>IPL Fantasy League is a web-based application for bidding. This application will have two types of users namely, admin and bidder.</a:t>
            </a:r>
          </a:p>
          <a:p>
            <a:pPr marL="171450" indent="-171450" eaLnBrk="1" hangingPunct="1">
              <a:buFont typeface="Arial" panose="020B0604020202020204" pitchFamily="34" charset="0"/>
              <a:buChar char="•"/>
            </a:pPr>
            <a:r>
              <a:rPr lang="en-US" altLang="en-US" sz="1200" dirty="0"/>
              <a:t>Bidder can sign in with the help of email-id or social login.</a:t>
            </a:r>
          </a:p>
          <a:p>
            <a:pPr marL="171450" indent="-171450" eaLnBrk="1" hangingPunct="1">
              <a:buFont typeface="Arial" panose="020B0604020202020204" pitchFamily="34" charset="0"/>
              <a:buChar char="•"/>
            </a:pPr>
            <a:r>
              <a:rPr lang="en-US" altLang="en-US" sz="1200" dirty="0"/>
              <a:t>Admin is responsible for scheduling and rescheduling of matches, updating team stats.</a:t>
            </a:r>
          </a:p>
          <a:p>
            <a:pPr marL="171450" indent="-171450" eaLnBrk="1" hangingPunct="1">
              <a:buFont typeface="Arial" panose="020B0604020202020204" pitchFamily="34" charset="0"/>
              <a:buChar char="•"/>
            </a:pPr>
            <a:r>
              <a:rPr lang="en-US" altLang="en-US" sz="1200" dirty="0"/>
              <a:t>Tools used are Visual Studio Code &amp; Spring Boot.</a:t>
            </a:r>
          </a:p>
          <a:p>
            <a:pPr eaLnBrk="1" hangingPunct="1">
              <a:lnSpc>
                <a:spcPct val="114000"/>
              </a:lnSpc>
            </a:pPr>
            <a:endParaRPr lang="en-IN" altLang="nl-NL" b="1" dirty="0"/>
          </a:p>
          <a:p>
            <a:pPr eaLnBrk="1" hangingPunct="1">
              <a:lnSpc>
                <a:spcPct val="114000"/>
              </a:lnSpc>
            </a:pPr>
            <a:r>
              <a:rPr lang="en-IN" altLang="nl-NL" b="1" dirty="0"/>
              <a:t> </a:t>
            </a:r>
          </a:p>
          <a:p>
            <a:pPr eaLnBrk="1" hangingPunct="1">
              <a:lnSpc>
                <a:spcPct val="114000"/>
              </a:lnSpc>
            </a:pPr>
            <a:endParaRPr lang="en-IN" altLang="en-US" dirty="0"/>
          </a:p>
          <a:p>
            <a:pPr eaLnBrk="1" hangingPunct="1">
              <a:lnSpc>
                <a:spcPct val="114000"/>
              </a:lnSpc>
            </a:pPr>
            <a:endParaRPr lang="en-US" altLang="nl-NL" b="1"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US" altLang="nl-NL" b="1" dirty="0"/>
          </a:p>
          <a:p>
            <a:pPr eaLnBrk="1" hangingPunct="1">
              <a:lnSpc>
                <a:spcPct val="114000"/>
              </a:lnSpc>
            </a:pPr>
            <a:br>
              <a:rPr lang="en-US" altLang="nl-NL" dirty="0"/>
            </a:br>
            <a:br>
              <a:rPr lang="en-US" altLang="nl-NL" dirty="0"/>
            </a:br>
            <a:endParaRPr lang="nl-NL" altLang="nl-NL" dirty="0"/>
          </a:p>
        </p:txBody>
      </p:sp>
      <p:sp>
        <p:nvSpPr>
          <p:cNvPr id="7171" name="Text Placeholder 21">
            <a:extLst>
              <a:ext uri="{FF2B5EF4-FFF2-40B4-BE49-F238E27FC236}">
                <a16:creationId xmlns:a16="http://schemas.microsoft.com/office/drawing/2014/main" id="{FF4CCF3B-4887-442F-A757-E5908FA1808D}"/>
              </a:ext>
            </a:extLst>
          </p:cNvPr>
          <p:cNvSpPr>
            <a:spLocks noGrp="1"/>
          </p:cNvSpPr>
          <p:nvPr>
            <p:ph type="body" sz="quarter" idx="42"/>
          </p:nvPr>
        </p:nvSpPr>
        <p:spPr>
          <a:xfrm>
            <a:off x="2468563" y="665163"/>
            <a:ext cx="6056312" cy="322262"/>
          </a:xfrm>
        </p:spPr>
        <p:txBody>
          <a:bodyPr/>
          <a:lstStyle/>
          <a:p>
            <a:pPr fontAlgn="base">
              <a:spcBef>
                <a:spcPct val="0"/>
              </a:spcBef>
            </a:pPr>
            <a:r>
              <a:rPr lang="nl-NL" altLang="nl-NL" dirty="0"/>
              <a:t>Analyst/Software Engineer</a:t>
            </a:r>
          </a:p>
        </p:txBody>
      </p:sp>
      <p:sp>
        <p:nvSpPr>
          <p:cNvPr id="7172" name="Text Placeholder 22">
            <a:extLst>
              <a:ext uri="{FF2B5EF4-FFF2-40B4-BE49-F238E27FC236}">
                <a16:creationId xmlns:a16="http://schemas.microsoft.com/office/drawing/2014/main" id="{994FC039-D8C9-4401-93CE-88467263C848}"/>
              </a:ext>
            </a:extLst>
          </p:cNvPr>
          <p:cNvSpPr>
            <a:spLocks noGrp="1"/>
          </p:cNvSpPr>
          <p:nvPr>
            <p:ph type="body" sz="quarter" idx="43"/>
          </p:nvPr>
        </p:nvSpPr>
        <p:spPr>
          <a:xfrm>
            <a:off x="3649663" y="1353344"/>
            <a:ext cx="2374900" cy="295275"/>
          </a:xfrm>
        </p:spPr>
        <p:txBody>
          <a:bodyPr/>
          <a:lstStyle/>
          <a:p>
            <a:pPr eaLnBrk="1" hangingPunct="1"/>
            <a:r>
              <a:rPr lang="nl-NL" altLang="nl-NL" dirty="0"/>
              <a:t>Mumbai</a:t>
            </a:r>
          </a:p>
          <a:p>
            <a:pPr eaLnBrk="1" hangingPunct="1"/>
            <a:endParaRPr lang="nl-NL" altLang="nl-NL" dirty="0"/>
          </a:p>
        </p:txBody>
      </p:sp>
      <p:sp>
        <p:nvSpPr>
          <p:cNvPr id="7173" name="Text Placeholder 24">
            <a:extLst>
              <a:ext uri="{FF2B5EF4-FFF2-40B4-BE49-F238E27FC236}">
                <a16:creationId xmlns:a16="http://schemas.microsoft.com/office/drawing/2014/main" id="{0DF2099D-8FC2-44CE-AB60-E2C2257CB05D}"/>
              </a:ext>
            </a:extLst>
          </p:cNvPr>
          <p:cNvSpPr>
            <a:spLocks noGrp="1"/>
          </p:cNvSpPr>
          <p:nvPr>
            <p:ph type="body" sz="quarter" idx="47"/>
          </p:nvPr>
        </p:nvSpPr>
        <p:spPr>
          <a:xfrm>
            <a:off x="3274662" y="1583421"/>
            <a:ext cx="2428133" cy="267872"/>
          </a:xfrm>
        </p:spPr>
        <p:txBody>
          <a:bodyPr/>
          <a:lstStyle/>
          <a:p>
            <a:pPr eaLnBrk="1" hangingPunct="1"/>
            <a:r>
              <a:rPr lang="nl-NL" altLang="nl-NL" dirty="0">
                <a:hlinkClick r:id="rId3"/>
              </a:rPr>
              <a:t>nihal.vernekar@capgemini.com</a:t>
            </a:r>
            <a:r>
              <a:rPr lang="nl-NL" altLang="nl-NL" dirty="0"/>
              <a:t> </a:t>
            </a:r>
          </a:p>
        </p:txBody>
      </p:sp>
      <p:sp>
        <p:nvSpPr>
          <p:cNvPr id="7174" name="Text Placeholder 25">
            <a:extLst>
              <a:ext uri="{FF2B5EF4-FFF2-40B4-BE49-F238E27FC236}">
                <a16:creationId xmlns:a16="http://schemas.microsoft.com/office/drawing/2014/main" id="{8B11FF61-9AA9-42E0-800D-B94AC06E095E}"/>
              </a:ext>
            </a:extLst>
          </p:cNvPr>
          <p:cNvSpPr>
            <a:spLocks noGrp="1"/>
          </p:cNvSpPr>
          <p:nvPr>
            <p:ph type="body" sz="quarter" idx="48"/>
          </p:nvPr>
        </p:nvSpPr>
        <p:spPr>
          <a:xfrm>
            <a:off x="3334142" y="1838324"/>
            <a:ext cx="2382837" cy="330200"/>
          </a:xfrm>
        </p:spPr>
        <p:txBody>
          <a:bodyPr/>
          <a:lstStyle/>
          <a:p>
            <a:pPr eaLnBrk="1" hangingPunct="1"/>
            <a:r>
              <a:rPr lang="nl-NL" altLang="nl-NL" dirty="0"/>
              <a:t>+91 8495946244</a:t>
            </a:r>
          </a:p>
        </p:txBody>
      </p:sp>
      <p:sp>
        <p:nvSpPr>
          <p:cNvPr id="7175" name="Text Placeholder 26">
            <a:extLst>
              <a:ext uri="{FF2B5EF4-FFF2-40B4-BE49-F238E27FC236}">
                <a16:creationId xmlns:a16="http://schemas.microsoft.com/office/drawing/2014/main" id="{BADEA8C0-D1A3-4608-9E63-683339DCC944}"/>
              </a:ext>
            </a:extLst>
          </p:cNvPr>
          <p:cNvSpPr>
            <a:spLocks noGrp="1"/>
          </p:cNvSpPr>
          <p:nvPr>
            <p:ph type="body" sz="quarter" idx="50"/>
          </p:nvPr>
        </p:nvSpPr>
        <p:spPr>
          <a:xfrm>
            <a:off x="438150" y="2995613"/>
            <a:ext cx="4057650" cy="2947987"/>
          </a:xfrm>
        </p:spPr>
        <p:txBody>
          <a:bodyPr/>
          <a:lstStyle/>
          <a:p>
            <a:r>
              <a:rPr lang="en-US" altLang="en-US" sz="1200" b="1" dirty="0"/>
              <a:t>Full Stack Developer trained on Java Hands on experience in</a:t>
            </a:r>
            <a:endParaRPr lang="en-US" sz="1200" dirty="0"/>
          </a:p>
          <a:p>
            <a:pPr marL="171450" indent="-171450">
              <a:buFont typeface="Arial" panose="020B0604020202020204" pitchFamily="34" charset="0"/>
              <a:buChar char="•"/>
            </a:pPr>
            <a:r>
              <a:rPr lang="en-US" sz="1200" dirty="0"/>
              <a:t>Core Java</a:t>
            </a:r>
          </a:p>
          <a:p>
            <a:pPr marL="171450" indent="-171450">
              <a:buFont typeface="Arial" panose="020B0604020202020204" pitchFamily="34" charset="0"/>
              <a:buChar char="•"/>
            </a:pPr>
            <a:r>
              <a:rPr lang="en-US" sz="1200" dirty="0"/>
              <a:t>Spring Framework</a:t>
            </a:r>
          </a:p>
          <a:p>
            <a:pPr marL="171450" indent="-171450">
              <a:buFont typeface="Arial" panose="020B0604020202020204" pitchFamily="34" charset="0"/>
              <a:buChar char="•"/>
            </a:pPr>
            <a:r>
              <a:rPr lang="en-US" sz="1200" dirty="0"/>
              <a:t>Git and GitHub</a:t>
            </a:r>
          </a:p>
          <a:p>
            <a:pPr marL="171450" indent="-171450">
              <a:buFont typeface="Arial" panose="020B0604020202020204" pitchFamily="34" charset="0"/>
              <a:buChar char="•"/>
            </a:pPr>
            <a:r>
              <a:rPr lang="en-US" sz="1200" dirty="0"/>
              <a:t>JPA with Hibernate</a:t>
            </a:r>
          </a:p>
          <a:p>
            <a:pPr marL="171450" indent="-171450">
              <a:buFont typeface="Arial" panose="020B0604020202020204" pitchFamily="34" charset="0"/>
              <a:buChar char="•"/>
            </a:pPr>
            <a:r>
              <a:rPr lang="en-US" sz="1200" dirty="0"/>
              <a:t>MongoDB and Postgres</a:t>
            </a:r>
          </a:p>
          <a:p>
            <a:pPr marL="171450" indent="-171450">
              <a:buFont typeface="Arial" panose="020B0604020202020204" pitchFamily="34" charset="0"/>
              <a:buChar char="•"/>
            </a:pPr>
            <a:r>
              <a:rPr lang="en-US" sz="1200" dirty="0"/>
              <a:t>HTML, CSS and JavaScript</a:t>
            </a:r>
          </a:p>
          <a:p>
            <a:pPr marL="171450" indent="-171450">
              <a:buFont typeface="Arial" panose="020B0604020202020204" pitchFamily="34" charset="0"/>
              <a:buChar char="•"/>
            </a:pPr>
            <a:r>
              <a:rPr lang="en-US" sz="1200" dirty="0"/>
              <a:t>React</a:t>
            </a:r>
          </a:p>
          <a:p>
            <a:br>
              <a:rPr lang="en-US" altLang="nl-NL" dirty="0"/>
            </a:br>
            <a:endParaRPr lang="en-US" altLang="nl-NL" dirty="0"/>
          </a:p>
        </p:txBody>
      </p:sp>
      <p:sp>
        <p:nvSpPr>
          <p:cNvPr id="7178" name="Text Placeholder 1">
            <a:extLst>
              <a:ext uri="{FF2B5EF4-FFF2-40B4-BE49-F238E27FC236}">
                <a16:creationId xmlns:a16="http://schemas.microsoft.com/office/drawing/2014/main" id="{3959C7F9-3FBF-4100-BACD-7A75D3D2E90B}"/>
              </a:ext>
            </a:extLst>
          </p:cNvPr>
          <p:cNvSpPr>
            <a:spLocks noGrp="1"/>
          </p:cNvSpPr>
          <p:nvPr>
            <p:ph type="body" sz="quarter" idx="41"/>
          </p:nvPr>
        </p:nvSpPr>
        <p:spPr>
          <a:xfrm>
            <a:off x="2466975" y="237223"/>
            <a:ext cx="6223000" cy="306387"/>
          </a:xfrm>
        </p:spPr>
        <p:txBody>
          <a:bodyPr/>
          <a:lstStyle/>
          <a:p>
            <a:r>
              <a:rPr lang="en-IN" altLang="en-US" dirty="0"/>
              <a:t>Nihal Vernekar</a:t>
            </a:r>
          </a:p>
        </p:txBody>
      </p:sp>
      <p:sp>
        <p:nvSpPr>
          <p:cNvPr id="7183" name="Text Placeholder 25">
            <a:extLst>
              <a:ext uri="{FF2B5EF4-FFF2-40B4-BE49-F238E27FC236}">
                <a16:creationId xmlns:a16="http://schemas.microsoft.com/office/drawing/2014/main" id="{B8C26D43-3971-4B32-9403-96D3E3AC5656}"/>
              </a:ext>
            </a:extLst>
          </p:cNvPr>
          <p:cNvSpPr txBox="1">
            <a:spLocks noChangeArrowheads="1"/>
          </p:cNvSpPr>
          <p:nvPr/>
        </p:nvSpPr>
        <p:spPr bwMode="white">
          <a:xfrm>
            <a:off x="3048092" y="1969248"/>
            <a:ext cx="2381250"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lnSpc>
                <a:spcPts val="2200"/>
              </a:lnSpc>
              <a:spcAft>
                <a:spcPts val="600"/>
              </a:spcAft>
              <a:buFont typeface="Arial" panose="020B0604020202020204" pitchFamily="34" charset="0"/>
              <a:defRPr>
                <a:solidFill>
                  <a:schemeClr val="tx1"/>
                </a:solidFill>
                <a:latin typeface="Verdana" panose="020B0604030504040204" pitchFamily="34" charset="0"/>
              </a:defRPr>
            </a:lvl1pPr>
            <a:lvl2pPr marL="233363" indent="-228600">
              <a:lnSpc>
                <a:spcPts val="2000"/>
              </a:lnSpc>
              <a:spcAft>
                <a:spcPts val="600"/>
              </a:spcAft>
              <a:buClr>
                <a:schemeClr val="accent1"/>
              </a:buClr>
              <a:buFont typeface="Wingdings" panose="05000000000000000000" pitchFamily="2" charset="2"/>
              <a:buChar char="§"/>
              <a:defRPr sz="1600">
                <a:solidFill>
                  <a:schemeClr val="tx1"/>
                </a:solidFill>
                <a:latin typeface="Verdana" panose="020B0604030504040204" pitchFamily="34" charset="0"/>
              </a:defRPr>
            </a:lvl2pPr>
            <a:lvl3pPr marL="457200" indent="-223838">
              <a:lnSpc>
                <a:spcPts val="1600"/>
              </a:lnSpc>
              <a:spcAft>
                <a:spcPts val="600"/>
              </a:spcAft>
              <a:buClr>
                <a:schemeClr val="accent1"/>
              </a:buClr>
              <a:buFont typeface="Arial" panose="020B0604020202020204" pitchFamily="34" charset="0"/>
              <a:buChar char="•"/>
              <a:defRPr sz="1400">
                <a:solidFill>
                  <a:schemeClr val="tx1"/>
                </a:solidFill>
                <a:latin typeface="Verdana" panose="020B0604030504040204" pitchFamily="34" charset="0"/>
              </a:defRPr>
            </a:lvl3pPr>
            <a:lvl4pPr marL="690563" indent="-233363">
              <a:lnSpc>
                <a:spcPct val="90000"/>
              </a:lnSpc>
              <a:spcAft>
                <a:spcPts val="600"/>
              </a:spcAft>
              <a:buClr>
                <a:schemeClr val="accent1"/>
              </a:buClr>
              <a:buFont typeface="Arial" panose="020B0604020202020204" pitchFamily="34" charset="0"/>
              <a:buChar char="‒"/>
              <a:defRPr sz="1200">
                <a:solidFill>
                  <a:schemeClr val="tx1"/>
                </a:solidFill>
                <a:latin typeface="Verdana" panose="020B0604030504040204" pitchFamily="34" charset="0"/>
              </a:defRPr>
            </a:lvl4pPr>
            <a:lvl5pPr marL="2057400" indent="-228600">
              <a:lnSpc>
                <a:spcPct val="90000"/>
              </a:lnSpc>
              <a:spcBef>
                <a:spcPts val="500"/>
              </a:spcBef>
              <a:buFont typeface="Arial" panose="020B0604020202020204" pitchFamily="34" charset="0"/>
              <a:buChar char="•"/>
              <a:defRPr sz="1400">
                <a:solidFill>
                  <a:schemeClr val="tx1"/>
                </a:solidFill>
                <a:latin typeface="Verdana" panose="020B060403050404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9pPr>
          </a:lstStyle>
          <a:p>
            <a:pPr marL="0" marR="0" lvl="0" indent="0" algn="l" defTabSz="914400" rtl="0" eaLnBrk="1" fontAlgn="auto" latinLnBrk="0" hangingPunct="1">
              <a:lnSpc>
                <a:spcPts val="2200"/>
              </a:lnSpc>
              <a:spcBef>
                <a:spcPts val="0"/>
              </a:spcBef>
              <a:spcAft>
                <a:spcPts val="600"/>
              </a:spcAft>
              <a:buClrTx/>
              <a:buSzTx/>
              <a:buFont typeface="Arial" panose="020B0604020202020204" pitchFamily="34" charset="0"/>
              <a:buNone/>
              <a:tabLst/>
              <a:defRPr/>
            </a:pPr>
            <a:r>
              <a:rPr kumimoji="0" lang="nl-NL" altLang="nl-NL" sz="1100" b="0" i="0" u="none" strike="noStrike" kern="1200" cap="none" spc="0" normalizeH="0" baseline="0" noProof="0">
                <a:ln>
                  <a:noFill/>
                </a:ln>
                <a:solidFill>
                  <a:srgbClr val="FFFFFF"/>
                </a:solidFill>
                <a:effectLst/>
                <a:uLnTx/>
                <a:uFillTx/>
                <a:latin typeface="Verdana" panose="020B0604030504040204" pitchFamily="34" charset="0"/>
                <a:ea typeface="+mn-ea"/>
                <a:cs typeface="+mn-cs"/>
              </a:rPr>
              <a:t>A4</a:t>
            </a:r>
          </a:p>
        </p:txBody>
      </p:sp>
      <p:sp>
        <p:nvSpPr>
          <p:cNvPr id="5" name="Rectangle 4">
            <a:extLst>
              <a:ext uri="{FF2B5EF4-FFF2-40B4-BE49-F238E27FC236}">
                <a16:creationId xmlns:a16="http://schemas.microsoft.com/office/drawing/2014/main" id="{4E726CED-1BAF-414A-893B-4626E9B6F2B4}"/>
              </a:ext>
            </a:extLst>
          </p:cNvPr>
          <p:cNvSpPr/>
          <p:nvPr/>
        </p:nvSpPr>
        <p:spPr>
          <a:xfrm>
            <a:off x="9499417" y="665162"/>
            <a:ext cx="2387783" cy="652358"/>
          </a:xfrm>
          <a:prstGeom prst="rect">
            <a:avLst/>
          </a:prstGeom>
        </p:spPr>
        <p:txBody>
          <a:bodyPr wrap="square">
            <a:spAutoFit/>
          </a:bodyPr>
          <a:lstStyle/>
          <a:p>
            <a:pPr marL="0" marR="0" lvl="0" indent="0" algn="ctr" defTabSz="914400" rtl="0" eaLnBrk="1" fontAlgn="auto" latinLnBrk="0" hangingPunct="1">
              <a:lnSpc>
                <a:spcPct val="114000"/>
              </a:lnSpc>
              <a:spcBef>
                <a:spcPts val="0"/>
              </a:spcBef>
              <a:spcAft>
                <a:spcPts val="0"/>
              </a:spcAft>
              <a:buClrTx/>
              <a:buSzTx/>
              <a:buFontTx/>
              <a:buNone/>
              <a:tabLst/>
              <a:defRPr/>
            </a:pPr>
            <a:r>
              <a:rPr kumimoji="0" lang="en-US" altLang="nl-NL"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Bachelor of Engineering in</a:t>
            </a:r>
          </a:p>
          <a:p>
            <a:pPr marL="0" marR="0" lvl="0" indent="0" algn="ctr" defTabSz="914400" rtl="0" eaLnBrk="1" fontAlgn="auto" latinLnBrk="0" hangingPunct="1">
              <a:lnSpc>
                <a:spcPct val="114000"/>
              </a:lnSpc>
              <a:spcBef>
                <a:spcPts val="0"/>
              </a:spcBef>
              <a:spcAft>
                <a:spcPts val="0"/>
              </a:spcAft>
              <a:buClrTx/>
              <a:buSzTx/>
              <a:buFontTx/>
              <a:buNone/>
              <a:tabLst/>
              <a:defRPr/>
            </a:pPr>
            <a:r>
              <a:rPr kumimoji="0" lang="en-US" altLang="nl-NL"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Computer Science</a:t>
            </a:r>
          </a:p>
          <a:p>
            <a:pPr marL="0" marR="0" lvl="0" indent="0" algn="ctr" defTabSz="914400" rtl="0" eaLnBrk="1" fontAlgn="auto" latinLnBrk="0" hangingPunct="1">
              <a:lnSpc>
                <a:spcPct val="114000"/>
              </a:lnSpc>
              <a:spcBef>
                <a:spcPts val="0"/>
              </a:spcBef>
              <a:spcAft>
                <a:spcPts val="0"/>
              </a:spcAft>
              <a:buClrTx/>
              <a:buSzTx/>
              <a:buFontTx/>
              <a:buNone/>
              <a:tabLst/>
              <a:defRPr/>
            </a:pPr>
            <a:r>
              <a:rPr kumimoji="0" lang="en-US" altLang="nl-NL"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2017 - 2021</a:t>
            </a:r>
          </a:p>
        </p:txBody>
      </p:sp>
      <p:sp>
        <p:nvSpPr>
          <p:cNvPr id="6" name="Rectangle 5">
            <a:extLst>
              <a:ext uri="{FF2B5EF4-FFF2-40B4-BE49-F238E27FC236}">
                <a16:creationId xmlns:a16="http://schemas.microsoft.com/office/drawing/2014/main" id="{1616387D-79C4-4D2C-8F4C-617036B1459A}"/>
              </a:ext>
            </a:extLst>
          </p:cNvPr>
          <p:cNvSpPr/>
          <p:nvPr/>
        </p:nvSpPr>
        <p:spPr>
          <a:xfrm>
            <a:off x="9232939" y="1337200"/>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nl-NL" sz="1200" b="1" i="0" u="none" strike="noStrike" kern="1200" cap="none" spc="0" normalizeH="0" baseline="0" noProof="0" dirty="0">
                <a:ln>
                  <a:noFill/>
                </a:ln>
                <a:solidFill>
                  <a:srgbClr val="0070AD"/>
                </a:solidFill>
                <a:effectLst/>
                <a:uLnTx/>
                <a:uFillTx/>
                <a:latin typeface="Verdana" panose="020B0604030504040204" pitchFamily="34" charset="0"/>
                <a:ea typeface="+mn-ea"/>
                <a:cs typeface="+mn-cs"/>
              </a:rPr>
              <a:t>Skills</a:t>
            </a:r>
            <a:endParaRPr kumimoji="0" lang="en-US" sz="1200" b="0" i="0" u="none" strike="noStrike" kern="1200" cap="none" spc="0" normalizeH="0" baseline="0" noProof="0" dirty="0">
              <a:ln>
                <a:noFill/>
              </a:ln>
              <a:solidFill>
                <a:prstClr val="black"/>
              </a:solidFill>
              <a:effectLst/>
              <a:uLnTx/>
              <a:uFillTx/>
              <a:latin typeface="Verdana"/>
              <a:ea typeface="+mn-ea"/>
              <a:cs typeface="+mn-cs"/>
            </a:endParaRPr>
          </a:p>
        </p:txBody>
      </p:sp>
      <p:pic>
        <p:nvPicPr>
          <p:cNvPr id="4" name="Picture Placeholder 3">
            <a:extLst>
              <a:ext uri="{FF2B5EF4-FFF2-40B4-BE49-F238E27FC236}">
                <a16:creationId xmlns:a16="http://schemas.microsoft.com/office/drawing/2014/main" id="{E110252D-F41B-4584-A383-2523FA3F08BF}"/>
              </a:ext>
            </a:extLst>
          </p:cNvPr>
          <p:cNvPicPr>
            <a:picLocks noGrp="1" noChangeAspect="1"/>
          </p:cNvPicPr>
          <p:nvPr>
            <p:ph type="pic" sz="quarter" idx="46"/>
          </p:nvPr>
        </p:nvPicPr>
        <p:blipFill>
          <a:blip r:embed="rId4">
            <a:extLst>
              <a:ext uri="{28A0092B-C50C-407E-A947-70E740481C1C}">
                <a14:useLocalDpi xmlns:a14="http://schemas.microsoft.com/office/drawing/2010/main" val="0"/>
              </a:ext>
            </a:extLst>
          </a:blip>
          <a:srcRect t="12222" b="12222"/>
          <a:stretch>
            <a:fillRect/>
          </a:stretch>
        </p:blipFill>
        <p:spPr>
          <a:xfrm>
            <a:off x="382588" y="236538"/>
            <a:ext cx="1735137" cy="1735137"/>
          </a:xfrm>
        </p:spPr>
      </p:pic>
    </p:spTree>
    <p:extLst>
      <p:ext uri="{BB962C8B-B14F-4D97-AF65-F5344CB8AC3E}">
        <p14:creationId xmlns:p14="http://schemas.microsoft.com/office/powerpoint/2010/main" val="362227586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pu8VTg_P6rkuq_fbZG2oYXw"/>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pPHldxlhBv0miWYXN6H8BTQ"/>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phk.3W3rhiEqWtBDEsi7Xgw"/>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zTl75Tp2nEy_4PpazGLtVA"/>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1xI4A68crEiZSNCDbGy9gA"/>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pNl9qzkNXSk2ij_NoCuEf2A"/>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p8jhdt9jI2kmDW3acO87diQ"/>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pb7lR2ZPdT0GiqzvYZsxoow"/>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pDDnGmnlJWUybweSHRV5zMg"/>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pgQ5iGtRqU02KNLCmPGzp4A"/>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pDc8wFtNDQEWdRtOXF1QyRg"/>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pMtFIJDhqukmiZrrs7RIxOQ"/>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pBBk8lAE_1EizYsNCWPJyzQ"/>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pLSf6F_6IvUOzE1MWebP3wg"/>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plIkCAESggUqrdbLfjv5zDQ"/>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pwYnDl6hGIEiK2JQntAZnxg"/>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G_2012_Template">
  <a:themeElements>
    <a:clrScheme name="Capgemini colors">
      <a:dk1>
        <a:srgbClr val="263147"/>
      </a:dk1>
      <a:lt1>
        <a:sysClr val="window" lastClr="FFFFFF"/>
      </a:lt1>
      <a:dk2>
        <a:srgbClr val="998C85"/>
      </a:dk2>
      <a:lt2>
        <a:srgbClr val="909090"/>
      </a:lt2>
      <a:accent1>
        <a:srgbClr val="FFBC1D"/>
      </a:accent1>
      <a:accent2>
        <a:srgbClr val="E47E1A"/>
      </a:accent2>
      <a:accent3>
        <a:srgbClr val="AC2B37"/>
      </a:accent3>
      <a:accent4>
        <a:srgbClr val="762C7C"/>
      </a:accent4>
      <a:accent5>
        <a:srgbClr val="0098C7"/>
      </a:accent5>
      <a:accent6>
        <a:srgbClr val="B7BE16"/>
      </a:accent6>
      <a:hlink>
        <a:srgbClr val="A2BFAF"/>
      </a:hlink>
      <a:folHlink>
        <a:srgbClr val="AF1C63"/>
      </a:folHlink>
    </a:clrScheme>
    <a:fontScheme name="Capgemini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solidFill>
            <a:schemeClr val="tx2"/>
          </a:solidFill>
        </a:ln>
      </a:spPr>
      <a:bodyPr rtlCol="0" anchor="ctr"/>
      <a:lstStyle>
        <a:defPPr algn="ctr">
          <a:defRPr sz="2400" dirty="0" err="1" smtClean="0">
            <a:solidFill>
              <a:schemeClr val="tx2">
                <a:lumMod val="50000"/>
              </a:schemeClr>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prstDash val="solid"/>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1400" dirty="0" err="1" smtClean="0">
            <a:solidFill>
              <a:schemeClr val="tx2">
                <a:lumMod val="50000"/>
              </a:schemeClr>
            </a:solidFill>
          </a:defRPr>
        </a:defPPr>
      </a:lstStyle>
    </a:txDef>
  </a:objectDefaults>
  <a:extraClrSchemeLst/>
</a:theme>
</file>

<file path=ppt/theme/theme2.xml><?xml version="1.0" encoding="utf-8"?>
<a:theme xmlns:a="http://schemas.openxmlformats.org/drawingml/2006/main" name="2_Capgemini Master">
  <a:themeElements>
    <a:clrScheme name="Personnalisé 1">
      <a:dk1>
        <a:sysClr val="windowText" lastClr="000000"/>
      </a:dk1>
      <a:lt1>
        <a:srgbClr val="FFFFFF"/>
      </a:lt1>
      <a:dk2>
        <a:srgbClr val="2B143D"/>
      </a:dk2>
      <a:lt2>
        <a:srgbClr val="ECECEC"/>
      </a:lt2>
      <a:accent1>
        <a:srgbClr val="0070AD"/>
      </a:accent1>
      <a:accent2>
        <a:srgbClr val="12ABDB"/>
      </a:accent2>
      <a:accent3>
        <a:srgbClr val="2B143D"/>
      </a:accent3>
      <a:accent4>
        <a:srgbClr val="FF304C"/>
      </a:accent4>
      <a:accent5>
        <a:srgbClr val="95E616"/>
      </a:accent5>
      <a:accent6>
        <a:srgbClr val="00C37B"/>
      </a:accent6>
      <a:hlink>
        <a:srgbClr val="88D5ED"/>
      </a:hlink>
      <a:folHlink>
        <a:srgbClr val="7E39BA"/>
      </a:folHlink>
    </a:clrScheme>
    <a:fontScheme name="Capgemini">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pt-template.potx" id="{19B96144-1B90-4243-8535-F36EF2586247}" vid="{2C859F1C-AF6F-49E9-BAD6-1D458EC0F9B7}"/>
    </a:ext>
  </a:extLst>
</a:theme>
</file>

<file path=ppt/theme/theme3.xml><?xml version="1.0" encoding="utf-8"?>
<a:theme xmlns:a="http://schemas.openxmlformats.org/drawingml/2006/main" name="Tema do Office">
  <a:themeElements>
    <a:clrScheme name="Capgemini Palette">
      <a:dk1>
        <a:sysClr val="windowText" lastClr="000000"/>
      </a:dk1>
      <a:lt1>
        <a:srgbClr val="FFFFFF"/>
      </a:lt1>
      <a:dk2>
        <a:srgbClr val="2B143D"/>
      </a:dk2>
      <a:lt2>
        <a:srgbClr val="E6E7E7"/>
      </a:lt2>
      <a:accent1>
        <a:srgbClr val="0070AD"/>
      </a:accent1>
      <a:accent2>
        <a:srgbClr val="12ABDB"/>
      </a:accent2>
      <a:accent3>
        <a:srgbClr val="2B143D"/>
      </a:accent3>
      <a:accent4>
        <a:srgbClr val="FF304C"/>
      </a:accent4>
      <a:accent5>
        <a:srgbClr val="95E616"/>
      </a:accent5>
      <a:accent6>
        <a:srgbClr val="00C37B"/>
      </a:accent6>
      <a:hlink>
        <a:srgbClr val="88D5ED"/>
      </a:hlink>
      <a:folHlink>
        <a:srgbClr val="7E39BA"/>
      </a:folHlink>
    </a:clrScheme>
    <a:fontScheme name="Capgemini font">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Capgemini Palette">
      <a:dk1>
        <a:sysClr val="windowText" lastClr="000000"/>
      </a:dk1>
      <a:lt1>
        <a:srgbClr val="FFFFFF"/>
      </a:lt1>
      <a:dk2>
        <a:srgbClr val="2B143D"/>
      </a:dk2>
      <a:lt2>
        <a:srgbClr val="E6E7E7"/>
      </a:lt2>
      <a:accent1>
        <a:srgbClr val="0070AD"/>
      </a:accent1>
      <a:accent2>
        <a:srgbClr val="12ABDB"/>
      </a:accent2>
      <a:accent3>
        <a:srgbClr val="2B143D"/>
      </a:accent3>
      <a:accent4>
        <a:srgbClr val="FF304C"/>
      </a:accent4>
      <a:accent5>
        <a:srgbClr val="95E616"/>
      </a:accent5>
      <a:accent6>
        <a:srgbClr val="00C37B"/>
      </a:accent6>
      <a:hlink>
        <a:srgbClr val="88D5ED"/>
      </a:hlink>
      <a:folHlink>
        <a:srgbClr val="7E39BA"/>
      </a:folHlink>
    </a:clrScheme>
    <a:fontScheme name="Capgemini font">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33155D503BFC942A57BA969F1C4EED5" ma:contentTypeVersion="13" ma:contentTypeDescription="Create a new document." ma:contentTypeScope="" ma:versionID="c80b1f7ea370ae896a5b6e523a0cf15c">
  <xsd:schema xmlns:xsd="http://www.w3.org/2001/XMLSchema" xmlns:xs="http://www.w3.org/2001/XMLSchema" xmlns:p="http://schemas.microsoft.com/office/2006/metadata/properties" xmlns:ns3="25289c4b-8fd1-4155-b56f-82d6fa13afd3" xmlns:ns4="c43bfbf7-b5f8-4451-8464-ef79a2e28ca1" targetNamespace="http://schemas.microsoft.com/office/2006/metadata/properties" ma:root="true" ma:fieldsID="376fee7e205f44b9967171b065daf661" ns3:_="" ns4:_="">
    <xsd:import namespace="25289c4b-8fd1-4155-b56f-82d6fa13afd3"/>
    <xsd:import namespace="c43bfbf7-b5f8-4451-8464-ef79a2e28ca1"/>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DateTaken" minOccurs="0"/>
                <xsd:element ref="ns4:MediaServiceGenerationTime" minOccurs="0"/>
                <xsd:element ref="ns4:MediaServiceEventHashCode" minOccurs="0"/>
                <xsd:element ref="ns4:MediaServiceLocation" minOccurs="0"/>
                <xsd:element ref="ns4:MediaServiceAutoKeyPoints" minOccurs="0"/>
                <xsd:element ref="ns4: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289c4b-8fd1-4155-b56f-82d6fa13afd3"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43bfbf7-b5f8-4451-8464-ef79a2e28ca1"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MediaServiceAutoTags"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53A1F87-ED7F-4CA8-8D06-B3888A424EC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289c4b-8fd1-4155-b56f-82d6fa13afd3"/>
    <ds:schemaRef ds:uri="c43bfbf7-b5f8-4451-8464-ef79a2e28ca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430857F-5B57-4BA6-87F2-356B3F6438EF}">
  <ds:schemaRefs>
    <ds:schemaRef ds:uri="http://purl.org/dc/elements/1.1/"/>
    <ds:schemaRef ds:uri="http://schemas.microsoft.com/office/2006/metadata/properties"/>
    <ds:schemaRef ds:uri="http://schemas.microsoft.com/office/2006/documentManagement/types"/>
    <ds:schemaRef ds:uri="25289c4b-8fd1-4155-b56f-82d6fa13afd3"/>
    <ds:schemaRef ds:uri="http://purl.org/dc/terms/"/>
    <ds:schemaRef ds:uri="c43bfbf7-b5f8-4451-8464-ef79a2e28ca1"/>
    <ds:schemaRef ds:uri="http://purl.org/dc/dcmitype/"/>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C79773B3-BEED-4422-883D-E6632C7C712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ppt-template_Capgemini-2020 (7)</Template>
  <TotalTime>2139</TotalTime>
  <Words>188</Words>
  <Application>Microsoft Office PowerPoint</Application>
  <PresentationFormat>Widescreen</PresentationFormat>
  <Paragraphs>50</Paragraphs>
  <Slides>1</Slides>
  <Notes>1</Notes>
  <HiddenSlides>0</HiddenSlides>
  <MMClips>0</MMClips>
  <ScaleCrop>false</ScaleCrop>
  <HeadingPairs>
    <vt:vector size="8" baseType="variant">
      <vt:variant>
        <vt:lpstr>Fonts Used</vt:lpstr>
      </vt:variant>
      <vt:variant>
        <vt:i4>3</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7" baseType="lpstr">
      <vt:lpstr>Arial</vt:lpstr>
      <vt:lpstr>Verdana</vt:lpstr>
      <vt:lpstr>Wingdings</vt:lpstr>
      <vt:lpstr>1_CG_2012_Template</vt:lpstr>
      <vt:lpstr>2_Capgemini Master</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ppt template</dc:subject>
  <dc:creator>Bapat, Rashmi</dc:creator>
  <cp:lastModifiedBy>Vernekar, Nihal</cp:lastModifiedBy>
  <cp:revision>106</cp:revision>
  <dcterms:created xsi:type="dcterms:W3CDTF">2020-09-22T06:24:34Z</dcterms:created>
  <dcterms:modified xsi:type="dcterms:W3CDTF">2022-06-22T12:26:48Z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0x010100C33155D503BFC942A57BA969F1C4EED5</vt:lpwstr>
  </property>
</Properties>
</file>