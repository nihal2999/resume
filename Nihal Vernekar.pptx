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4" r:id="rId4"/>
    <p:sldMasterId id="2147483957" r:id="rId5"/>
  </p:sldMasterIdLst>
  <p:notesMasterIdLst>
    <p:notesMasterId r:id="rId7"/>
  </p:notesMasterIdLst>
  <p:handoutMasterIdLst>
    <p:handoutMasterId r:id="rId8"/>
  </p:handoutMasterIdLst>
  <p:sldIdLst>
    <p:sldId id="1989" r:id="rId6"/>
  </p:sldIdLst>
  <p:sldSz cx="12192000" cy="6858000"/>
  <p:notesSz cx="6858000" cy="9144000"/>
  <p:custDataLst>
    <p:tags r:id="rId9"/>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gemini Masters" id="{4E249A1C-D928-4AC0-A77C-65440B7A141B}">
          <p14:sldIdLst>
            <p14:sldId id="1989"/>
          </p14:sldIdLst>
        </p14:section>
      </p14:sectionLst>
    </p:ext>
    <p:ext uri="{EFAFB233-063F-42B5-8137-9DF3F51BA10A}">
      <p15:sldGuideLst xmlns:p15="http://schemas.microsoft.com/office/powerpoint/2012/main">
        <p15:guide id="5" orient="horz" pos="2341" userDrawn="1">
          <p15:clr>
            <a:srgbClr val="A4A3A4"/>
          </p15:clr>
        </p15:guide>
        <p15:guide id="7" pos="365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1F497D"/>
    <a:srgbClr val="0B79AA"/>
    <a:srgbClr val="CAD1A1"/>
    <a:srgbClr val="4BACC6"/>
    <a:srgbClr val="AABED2"/>
    <a:srgbClr val="0070AD"/>
    <a:srgbClr val="FF7E83"/>
    <a:srgbClr val="2B0A3D"/>
    <a:srgbClr val="00C3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50A7E9-CB84-4BF0-AD9D-B7BA5EC23CA2}" v="3" dt="2021-05-24T05:32:37.184"/>
    <p1510:client id="{BDA56503-2F5F-4890-A981-3E802E3B1002}" v="206" dt="2021-05-23T16:16:25.1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1" autoAdjust="0"/>
    <p:restoredTop sz="93792" autoAdjust="0"/>
  </p:normalViewPr>
  <p:slideViewPr>
    <p:cSldViewPr>
      <p:cViewPr varScale="1">
        <p:scale>
          <a:sx n="62" d="100"/>
          <a:sy n="62" d="100"/>
        </p:scale>
        <p:origin x="792" y="56"/>
      </p:cViewPr>
      <p:guideLst>
        <p:guide orient="horz" pos="2341"/>
        <p:guide pos="3659"/>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p:cViewPr varScale="1">
        <p:scale>
          <a:sx n="74" d="100"/>
          <a:sy n="74" d="100"/>
        </p:scale>
        <p:origin x="2706" y="6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viewProps" Target="viewProps.xml"/><Relationship Id="rId5" Type="http://schemas.openxmlformats.org/officeDocument/2006/relationships/slideMaster" Target="slideMasters/slideMaster2.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tags" Target="tags/tag1.xml"/><Relationship Id="rId14" Type="http://schemas.microsoft.com/office/2015/10/relationships/revisionInfo" Target="revisionInfo.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8B6225-3E94-4525-8747-A8CEEE07C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a:extLst>
              <a:ext uri="{FF2B5EF4-FFF2-40B4-BE49-F238E27FC236}">
                <a16:creationId xmlns:a16="http://schemas.microsoft.com/office/drawing/2014/main" id="{1EE33FD8-B984-44FE-83F0-5C989EE624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pPr/>
              <a:t>01/07/2022</a:t>
            </a:fld>
            <a:endParaRPr lang="pt-PT" sz="900"/>
          </a:p>
        </p:txBody>
      </p:sp>
      <p:sp>
        <p:nvSpPr>
          <p:cNvPr id="4" name="Footer Placeholder 3">
            <a:extLst>
              <a:ext uri="{FF2B5EF4-FFF2-40B4-BE49-F238E27FC236}">
                <a16:creationId xmlns:a16="http://schemas.microsoft.com/office/drawing/2014/main" id="{88AD1E4F-EFF7-4551-A0B7-35D2A74F4F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a:extLst>
              <a:ext uri="{FF2B5EF4-FFF2-40B4-BE49-F238E27FC236}">
                <a16:creationId xmlns:a16="http://schemas.microsoft.com/office/drawing/2014/main" id="{5C3F35C8-35E9-48DD-971F-B2366CC5B7D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pPr/>
              <a:t>‹#›</a:t>
            </a:fld>
            <a:endParaRPr lang="pt-PT" sz="900"/>
          </a:p>
        </p:txBody>
      </p:sp>
    </p:spTree>
    <p:extLst>
      <p:ext uri="{BB962C8B-B14F-4D97-AF65-F5344CB8AC3E}">
        <p14:creationId xmlns:p14="http://schemas.microsoft.com/office/powerpoint/2010/main" val="3609307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pPr/>
              <a:t>01/07/2022</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dirty="0"/>
              <a:t>Insert comments</a:t>
            </a:r>
            <a:endParaRPr lang="pt-BR" dirty="0"/>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pPr/>
              <a:t>‹#›</a:t>
            </a:fld>
            <a:endParaRPr lang="pt-BR"/>
          </a:p>
        </p:txBody>
      </p:sp>
    </p:spTree>
    <p:extLst>
      <p:ext uri="{BB962C8B-B14F-4D97-AF65-F5344CB8AC3E}">
        <p14:creationId xmlns:p14="http://schemas.microsoft.com/office/powerpoint/2010/main" val="1575338179"/>
      </p:ext>
    </p:extLst>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Image Placeholder 1">
            <a:extLst>
              <a:ext uri="{FF2B5EF4-FFF2-40B4-BE49-F238E27FC236}">
                <a16:creationId xmlns:a16="http://schemas.microsoft.com/office/drawing/2014/main" id="{FE8C64E9-6908-4C8D-A34B-006D18F0D63F}"/>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5" name="Notes Placeholder 2">
            <a:extLst>
              <a:ext uri="{FF2B5EF4-FFF2-40B4-BE49-F238E27FC236}">
                <a16:creationId xmlns:a16="http://schemas.microsoft.com/office/drawing/2014/main" id="{9C8E31D1-17D2-4FF9-845C-778BEC269434}"/>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nl-NL" altLang="nl-NL"/>
          </a:p>
        </p:txBody>
      </p:sp>
    </p:spTree>
    <p:extLst>
      <p:ext uri="{BB962C8B-B14F-4D97-AF65-F5344CB8AC3E}">
        <p14:creationId xmlns:p14="http://schemas.microsoft.com/office/powerpoint/2010/main" val="13188094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image" Target="../media/image1.emf"/><Relationship Id="rId2" Type="http://schemas.openxmlformats.org/officeDocument/2006/relationships/tags" Target="../tags/tag8.xml"/><Relationship Id="rId1" Type="http://schemas.openxmlformats.org/officeDocument/2006/relationships/vmlDrawing" Target="../drawings/vmlDrawing2.vml"/><Relationship Id="rId6" Type="http://schemas.openxmlformats.org/officeDocument/2006/relationships/oleObject" Target="../embeddings/oleObject2.bin"/><Relationship Id="rId5" Type="http://schemas.openxmlformats.org/officeDocument/2006/relationships/slideMaster" Target="../slideMasters/slideMaster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2.xml"/><Relationship Id="rId7" Type="http://schemas.openxmlformats.org/officeDocument/2006/relationships/oleObject" Target="../embeddings/oleObject3.bin"/><Relationship Id="rId2" Type="http://schemas.openxmlformats.org/officeDocument/2006/relationships/tags" Target="../tags/tag11.xml"/><Relationship Id="rId1" Type="http://schemas.openxmlformats.org/officeDocument/2006/relationships/vmlDrawing" Target="../drawings/vmlDrawing3.vml"/><Relationship Id="rId6" Type="http://schemas.openxmlformats.org/officeDocument/2006/relationships/slideMaster" Target="../slideMasters/slideMaster1.xml"/><Relationship Id="rId5" Type="http://schemas.openxmlformats.org/officeDocument/2006/relationships/tags" Target="../tags/tag14.xml"/><Relationship Id="rId4" Type="http://schemas.openxmlformats.org/officeDocument/2006/relationships/tags" Target="../tags/tag13.xml"/></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tags" Target="../tags/tag16.xml"/><Relationship Id="rId7" Type="http://schemas.openxmlformats.org/officeDocument/2006/relationships/oleObject" Target="../embeddings/oleObject4.bin"/><Relationship Id="rId2" Type="http://schemas.openxmlformats.org/officeDocument/2006/relationships/tags" Target="../tags/tag15.xml"/><Relationship Id="rId1" Type="http://schemas.openxmlformats.org/officeDocument/2006/relationships/vmlDrawing" Target="../drawings/vmlDrawing4.vml"/><Relationship Id="rId6" Type="http://schemas.openxmlformats.org/officeDocument/2006/relationships/slideMaster" Target="../slideMasters/slideMaster1.xml"/><Relationship Id="rId5" Type="http://schemas.openxmlformats.org/officeDocument/2006/relationships/tags" Target="../tags/tag18.xml"/><Relationship Id="rId4" Type="http://schemas.openxmlformats.org/officeDocument/2006/relationships/tags" Target="../tags/tag17.xml"/></Relationships>
</file>

<file path=ppt/slideLayouts/_rels/slideLayout4.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0.xml"/><Relationship Id="rId7" Type="http://schemas.openxmlformats.org/officeDocument/2006/relationships/tags" Target="../tags/tag24.xml"/><Relationship Id="rId2" Type="http://schemas.openxmlformats.org/officeDocument/2006/relationships/tags" Target="../tags/tag19.xml"/><Relationship Id="rId1" Type="http://schemas.openxmlformats.org/officeDocument/2006/relationships/vmlDrawing" Target="../drawings/vmlDrawing5.vml"/><Relationship Id="rId6" Type="http://schemas.openxmlformats.org/officeDocument/2006/relationships/tags" Target="../tags/tag23.xml"/><Relationship Id="rId5" Type="http://schemas.openxmlformats.org/officeDocument/2006/relationships/tags" Target="../tags/tag22.xml"/><Relationship Id="rId10" Type="http://schemas.openxmlformats.org/officeDocument/2006/relationships/image" Target="../media/image1.emf"/><Relationship Id="rId4" Type="http://schemas.openxmlformats.org/officeDocument/2006/relationships/tags" Target="../tags/tag21.xml"/><Relationship Id="rId9" Type="http://schemas.openxmlformats.org/officeDocument/2006/relationships/oleObject" Target="../embeddings/oleObject5.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26.xml"/><Relationship Id="rId2" Type="http://schemas.openxmlformats.org/officeDocument/2006/relationships/tags" Target="../tags/tag25.xml"/><Relationship Id="rId1" Type="http://schemas.openxmlformats.org/officeDocument/2006/relationships/vmlDrawing" Target="../drawings/vmlDrawing6.vml"/><Relationship Id="rId6" Type="http://schemas.openxmlformats.org/officeDocument/2006/relationships/image" Target="../media/image1.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7.xml"/><Relationship Id="rId1" Type="http://schemas.openxmlformats.org/officeDocument/2006/relationships/vmlDrawing" Target="../drawings/vmlDrawing7.v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8.xml"/><Relationship Id="rId1" Type="http://schemas.openxmlformats.org/officeDocument/2006/relationships/vmlDrawing" Target="../drawings/vmlDrawing8.vml"/><Relationship Id="rId5" Type="http://schemas.openxmlformats.org/officeDocument/2006/relationships/image" Target="../media/image2.emf"/><Relationship Id="rId4" Type="http://schemas.openxmlformats.org/officeDocument/2006/relationships/oleObject" Target="../embeddings/oleObject8.bin"/></Relationships>
</file>

<file path=ppt/slideLayouts/_rels/slideLayout1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9.xml"/><Relationship Id="rId1" Type="http://schemas.openxmlformats.org/officeDocument/2006/relationships/vmlDrawing" Target="../drawings/vmlDrawing9.vml"/><Relationship Id="rId5" Type="http://schemas.openxmlformats.org/officeDocument/2006/relationships/image" Target="../media/image2.emf"/><Relationship Id="rId4" Type="http://schemas.openxmlformats.org/officeDocument/2006/relationships/oleObject" Target="../embeddings/oleObject9.bin"/></Relationships>
</file>

<file path=ppt/slideLayouts/_rels/slideLayout15.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0.xml"/><Relationship Id="rId1" Type="http://schemas.openxmlformats.org/officeDocument/2006/relationships/vmlDrawing" Target="../drawings/vmlDrawing10.vml"/><Relationship Id="rId5" Type="http://schemas.openxmlformats.org/officeDocument/2006/relationships/image" Target="../media/image2.emf"/><Relationship Id="rId4" Type="http://schemas.openxmlformats.org/officeDocument/2006/relationships/oleObject" Target="../embeddings/oleObject10.bin"/></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12.vml"/><Relationship Id="rId5" Type="http://schemas.openxmlformats.org/officeDocument/2006/relationships/image" Target="../media/image2.emf"/><Relationship Id="rId4" Type="http://schemas.openxmlformats.org/officeDocument/2006/relationships/oleObject" Target="../embeddings/oleObject12.bin"/></Relationships>
</file>

<file path=ppt/slideLayouts/_rels/slideLayout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13.vml"/><Relationship Id="rId5" Type="http://schemas.openxmlformats.org/officeDocument/2006/relationships/image" Target="../media/image2.emf"/><Relationship Id="rId4" Type="http://schemas.openxmlformats.org/officeDocument/2006/relationships/oleObject" Target="../embeddings/oleObject13.bin"/></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hyperlink" Target="https://www.capgemini.com/insights-data" TargetMode="External"/><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image" Target="../media/image10.png"/><Relationship Id="rId2" Type="http://schemas.openxmlformats.org/officeDocument/2006/relationships/hyperlink" Target="http://www.linkedin.com/company/capgemini" TargetMode="External"/><Relationship Id="rId1" Type="http://schemas.openxmlformats.org/officeDocument/2006/relationships/slideMaster" Target="../slideMasters/slideMaster2.xml"/><Relationship Id="rId6" Type="http://schemas.openxmlformats.org/officeDocument/2006/relationships/hyperlink" Target="http://www.twitter.com/capgemini" TargetMode="External"/><Relationship Id="rId11" Type="http://schemas.openxmlformats.org/officeDocument/2006/relationships/image" Target="../media/image9.png"/><Relationship Id="rId5" Type="http://schemas.openxmlformats.org/officeDocument/2006/relationships/image" Target="../media/image6.png"/><Relationship Id="rId10" Type="http://schemas.openxmlformats.org/officeDocument/2006/relationships/hyperlink" Target="http://www.facebook.com/capgemini" TargetMode="External"/><Relationship Id="rId4" Type="http://schemas.openxmlformats.org/officeDocument/2006/relationships/hyperlink" Target="http://www.slideshare.net/capgemini" TargetMode="External"/><Relationship Id="rId9"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14.vml"/><Relationship Id="rId5" Type="http://schemas.openxmlformats.org/officeDocument/2006/relationships/image" Target="../media/image2.emf"/><Relationship Id="rId4" Type="http://schemas.openxmlformats.org/officeDocument/2006/relationships/oleObject" Target="../embeddings/oleObject14.bin"/></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 Id="rId4"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Content Master">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2058"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hasCustomPrompt="1"/>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1" y="1494771"/>
            <a:ext cx="11793979" cy="4643751"/>
          </a:xfrm>
        </p:spPr>
        <p:txBody>
          <a:bodyPr/>
          <a:lstStyle>
            <a:lvl1pPr>
              <a:defRPr b="0"/>
            </a:lvl1pPr>
            <a:lvl5pPr>
              <a:buNone/>
              <a:defRPr/>
            </a:lvl5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22121370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3082" name="think-cell Slide" r:id="rId7" imgW="360" imgH="360" progId="">
                  <p:embed/>
                </p:oleObj>
              </mc:Choice>
              <mc:Fallback>
                <p:oleObj name="think-cell Slide" r:id="rId7" imgW="360" imgH="360" progId="">
                  <p:embed/>
                  <p:pic>
                    <p:nvPicPr>
                      <p:cNvPr id="4" name="Object 3"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hasCustomPrompt="1"/>
            <p:custDataLst>
              <p:tags r:id="rId3"/>
            </p:custDataLst>
          </p:nvPr>
        </p:nvSpPr>
        <p:spPr/>
        <p:txBody>
          <a:bodyPr/>
          <a:lstStyle>
            <a:lvl1pPr>
              <a:defRPr/>
            </a:lvl1pPr>
          </a:lstStyle>
          <a:p>
            <a:r>
              <a:rPr lang="en-US" noProof="0" dirty="0"/>
              <a:t>Click to edit Master title style</a:t>
            </a:r>
            <a:endParaRPr lang="en-US" dirty="0"/>
          </a:p>
        </p:txBody>
      </p:sp>
      <p:sp>
        <p:nvSpPr>
          <p:cNvPr id="3" name="Content Placeholder 2"/>
          <p:cNvSpPr>
            <a:spLocks noGrp="1"/>
          </p:cNvSpPr>
          <p:nvPr>
            <p:ph idx="1" hasCustomPrompt="1"/>
            <p:custDataLst>
              <p:tags r:id="rId4"/>
            </p:custDataLst>
          </p:nvPr>
        </p:nvSpPr>
        <p:spPr>
          <a:xfrm>
            <a:off x="398021" y="2111956"/>
            <a:ext cx="11793979" cy="4026560"/>
          </a:xfrm>
        </p:spPr>
        <p:txBody>
          <a:bodyPr/>
          <a:lstStyle>
            <a:lvl1pPr>
              <a:defRPr b="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8" name="Espace réservé du texte 7"/>
          <p:cNvSpPr>
            <a:spLocks noGrp="1"/>
          </p:cNvSpPr>
          <p:nvPr>
            <p:ph type="body" sz="quarter" idx="11" hasCustomPrompt="1"/>
            <p:custDataLst>
              <p:tags r:id="rId5"/>
            </p:custDataLst>
          </p:nvPr>
        </p:nvSpPr>
        <p:spPr>
          <a:xfrm>
            <a:off x="398144" y="1495447"/>
            <a:ext cx="11813714" cy="643612"/>
          </a:xfrm>
        </p:spPr>
        <p:txBody>
          <a:bodyPr/>
          <a:lstStyle>
            <a:lvl1pPr marL="0" indent="0">
              <a:buNone/>
              <a:defRPr b="1">
                <a:solidFill>
                  <a:schemeClr val="accent2"/>
                </a:solidFill>
              </a:defRPr>
            </a:lvl1pPr>
          </a:lstStyle>
          <a:p>
            <a:pPr lvl="0"/>
            <a:r>
              <a:rPr lang="fr-FR" dirty="0"/>
              <a:t>Click to </a:t>
            </a:r>
            <a:r>
              <a:rPr lang="fr-FR" dirty="0" err="1"/>
              <a:t>edit</a:t>
            </a:r>
            <a:r>
              <a:rPr lang="fr-FR" dirty="0"/>
              <a:t> Master </a:t>
            </a:r>
            <a:r>
              <a:rPr lang="fr-FR" dirty="0" err="1"/>
              <a:t>text</a:t>
            </a:r>
            <a:r>
              <a:rPr lang="fr-FR" dirty="0"/>
              <a:t> style</a:t>
            </a:r>
          </a:p>
        </p:txBody>
      </p:sp>
    </p:spTree>
    <p:extLst>
      <p:ext uri="{BB962C8B-B14F-4D97-AF65-F5344CB8AC3E}">
        <p14:creationId xmlns:p14="http://schemas.microsoft.com/office/powerpoint/2010/main" val="842653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2 Contents">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4106" name="think-cell Slide" r:id="rId7" imgW="360" imgH="360" progId="">
                  <p:embed/>
                </p:oleObj>
              </mc:Choice>
              <mc:Fallback>
                <p:oleObj name="think-cell Slide" r:id="rId7" imgW="360" imgH="360" progId="">
                  <p:embed/>
                  <p:pic>
                    <p:nvPicPr>
                      <p:cNvPr id="5" name="Object 4" hidden="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34" y="1533439"/>
            <a:ext cx="5541093" cy="471550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54" y="1533440"/>
            <a:ext cx="5541093" cy="4725584"/>
          </a:xfrm>
        </p:spPr>
        <p:txBody>
          <a:bodyPr/>
          <a:lstStyle>
            <a:lvl1pPr>
              <a:defRPr sz="2000"/>
            </a:lvl1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4288414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 Contents &amp; Headings">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5130" name="think-cell Slide" r:id="rId9" imgW="360" imgH="360" progId="">
                  <p:embed/>
                </p:oleObj>
              </mc:Choice>
              <mc:Fallback>
                <p:oleObj name="think-cell Slide" r:id="rId9" imgW="360" imgH="360" progId="">
                  <p:embed/>
                  <p:pic>
                    <p:nvPicPr>
                      <p:cNvPr id="8" name="Object 7" hidden="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
        <p:nvSpPr>
          <p:cNvPr id="4" name="Espace réservé du contenu 3"/>
          <p:cNvSpPr>
            <a:spLocks noGrp="1"/>
          </p:cNvSpPr>
          <p:nvPr>
            <p:ph sz="quarter" idx="10" hasCustomPrompt="1"/>
            <p:custDataLst>
              <p:tags r:id="rId4"/>
            </p:custDataLst>
          </p:nvPr>
        </p:nvSpPr>
        <p:spPr>
          <a:xfrm>
            <a:off x="387334" y="2206953"/>
            <a:ext cx="5541093" cy="404199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6" name="Espace réservé du contenu 5"/>
          <p:cNvSpPr>
            <a:spLocks noGrp="1"/>
          </p:cNvSpPr>
          <p:nvPr>
            <p:ph sz="quarter" idx="11" hasCustomPrompt="1"/>
            <p:custDataLst>
              <p:tags r:id="rId5"/>
            </p:custDataLst>
          </p:nvPr>
        </p:nvSpPr>
        <p:spPr>
          <a:xfrm>
            <a:off x="6181954" y="2208394"/>
            <a:ext cx="5541093" cy="4050630"/>
          </a:xfrm>
        </p:spPr>
        <p:txBody>
          <a:bodyPr/>
          <a:lstStyle>
            <a:lvl1pPr>
              <a:defRPr sz="1800"/>
            </a:lvl1pPr>
            <a:lvl2pPr>
              <a:defRPr sz="1600"/>
            </a:lvl2pPr>
            <a:lvl3pPr>
              <a:defRPr sz="1400"/>
            </a:lvl3pPr>
            <a:lvl4pPr>
              <a:defRPr sz="1200"/>
            </a:lvl4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Espace réservé du texte 6"/>
          <p:cNvSpPr>
            <a:spLocks noGrp="1"/>
          </p:cNvSpPr>
          <p:nvPr>
            <p:ph type="body" sz="quarter" idx="12" hasCustomPrompt="1"/>
            <p:custDataLst>
              <p:tags r:id="rId6"/>
            </p:custDataLst>
          </p:nvPr>
        </p:nvSpPr>
        <p:spPr>
          <a:xfrm>
            <a:off x="387335" y="1542648"/>
            <a:ext cx="5541093" cy="653034"/>
          </a:xfrm>
        </p:spPr>
        <p:txBody>
          <a:bodyPr anchor="ctr"/>
          <a:lstStyle>
            <a:lvl1pPr algn="ctr">
              <a:buNone/>
              <a:defRPr sz="2200" b="1">
                <a:solidFill>
                  <a:schemeClr val="tx2">
                    <a:lumMod val="50000"/>
                  </a:schemeClr>
                </a:solidFill>
              </a:defRPr>
            </a:lvl1pPr>
            <a:lvl5pPr>
              <a:buNone/>
              <a:defRPr/>
            </a:lvl5pPr>
          </a:lstStyle>
          <a:p>
            <a:pPr lvl="0"/>
            <a:r>
              <a:rPr lang="en-US" noProof="0" dirty="0"/>
              <a:t>Click to edit Master text style</a:t>
            </a:r>
          </a:p>
        </p:txBody>
      </p:sp>
      <p:sp>
        <p:nvSpPr>
          <p:cNvPr id="9" name="Espace réservé du texte 8"/>
          <p:cNvSpPr>
            <a:spLocks noGrp="1"/>
          </p:cNvSpPr>
          <p:nvPr>
            <p:ph type="body" sz="quarter" idx="13" hasCustomPrompt="1"/>
            <p:custDataLst>
              <p:tags r:id="rId7"/>
            </p:custDataLst>
          </p:nvPr>
        </p:nvSpPr>
        <p:spPr>
          <a:xfrm>
            <a:off x="6182332" y="1533439"/>
            <a:ext cx="5541093" cy="653034"/>
          </a:xfrm>
        </p:spPr>
        <p:txBody>
          <a:bodyPr anchor="ctr"/>
          <a:lstStyle>
            <a:lvl1pPr algn="ctr">
              <a:buNone/>
              <a:defRPr lang="fr-FR" sz="2200" b="1" kern="1200" noProof="0" dirty="0" smtClean="0">
                <a:solidFill>
                  <a:schemeClr val="tx2">
                    <a:lumMod val="50000"/>
                  </a:schemeClr>
                </a:solidFill>
                <a:latin typeface="+mn-lt"/>
                <a:ea typeface="+mn-ea"/>
                <a:cs typeface="+mn-cs"/>
              </a:defRPr>
            </a:lvl1pPr>
          </a:lstStyle>
          <a:p>
            <a:pPr lvl="0"/>
            <a:r>
              <a:rPr lang="en-US" noProof="0" dirty="0"/>
              <a:t>Click to edit Master text style</a:t>
            </a:r>
          </a:p>
        </p:txBody>
      </p:sp>
    </p:spTree>
    <p:extLst>
      <p:ext uri="{BB962C8B-B14F-4D97-AF65-F5344CB8AC3E}">
        <p14:creationId xmlns:p14="http://schemas.microsoft.com/office/powerpoint/2010/main" val="109041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4-Content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hasCustomPrompt="1"/>
          </p:nvPr>
        </p:nvSpPr>
        <p:spPr>
          <a:xfrm>
            <a:off x="292348" y="1436915"/>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4" name="Content Placeholder 3"/>
          <p:cNvSpPr>
            <a:spLocks noGrp="1"/>
          </p:cNvSpPr>
          <p:nvPr>
            <p:ph sz="half" idx="2" hasCustomPrompt="1"/>
          </p:nvPr>
        </p:nvSpPr>
        <p:spPr>
          <a:xfrm>
            <a:off x="292348" y="1902620"/>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2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5" name="Text Placeholder 4"/>
          <p:cNvSpPr>
            <a:spLocks noGrp="1"/>
          </p:cNvSpPr>
          <p:nvPr>
            <p:ph type="body" sz="quarter" idx="3" hasCustomPrompt="1"/>
          </p:nvPr>
        </p:nvSpPr>
        <p:spPr>
          <a:xfrm>
            <a:off x="6217054" y="1436915"/>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prstTxWarp prst="textNoShape">
              <a:avLst/>
            </a:prstTxWarp>
            <a:noAutofit/>
          </a:bodyPr>
          <a:lstStyle>
            <a:lvl1pPr marL="0" indent="0">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6" name="Content Placeholder 5"/>
          <p:cNvSpPr>
            <a:spLocks noGrp="1"/>
          </p:cNvSpPr>
          <p:nvPr>
            <p:ph sz="quarter" idx="4" hasCustomPrompt="1"/>
          </p:nvPr>
        </p:nvSpPr>
        <p:spPr>
          <a:xfrm>
            <a:off x="6217054" y="1902620"/>
            <a:ext cx="5718048" cy="1861869"/>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7" name="Text Placeholder 2"/>
          <p:cNvSpPr>
            <a:spLocks noGrp="1"/>
          </p:cNvSpPr>
          <p:nvPr>
            <p:ph type="body" idx="12" hasCustomPrompt="1"/>
          </p:nvPr>
        </p:nvSpPr>
        <p:spPr>
          <a:xfrm>
            <a:off x="292348" y="3820890"/>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wrap="square" anchor="ctr">
            <a:noAutofit/>
          </a:bodyPr>
          <a:lstStyle>
            <a:lvl1pPr marL="0" indent="0" algn="ctr" rtl="0" eaLnBrk="0" fontAlgn="base" hangingPunct="0">
              <a:lnSpc>
                <a:spcPct val="85000"/>
              </a:lnSpc>
              <a:spcBef>
                <a:spcPct val="0"/>
              </a:spcBef>
              <a:spcAft>
                <a:spcPct val="0"/>
              </a:spcAft>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8" name="Content Placeholder 3"/>
          <p:cNvSpPr>
            <a:spLocks noGrp="1"/>
          </p:cNvSpPr>
          <p:nvPr>
            <p:ph sz="half" idx="13" hasCustomPrompt="1"/>
          </p:nvPr>
        </p:nvSpPr>
        <p:spPr>
          <a:xfrm>
            <a:off x="292348"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Text Placeholder 4"/>
          <p:cNvSpPr>
            <a:spLocks noGrp="1"/>
          </p:cNvSpPr>
          <p:nvPr>
            <p:ph type="body" sz="quarter" idx="14" hasCustomPrompt="1"/>
          </p:nvPr>
        </p:nvSpPr>
        <p:spPr>
          <a:xfrm>
            <a:off x="6217054" y="3820890"/>
            <a:ext cx="5718048" cy="518130"/>
          </a:xfrm>
          <a:solidFill>
            <a:schemeClr val="accent1"/>
          </a:solidFill>
          <a:ln w="25400">
            <a:solidFill>
              <a:schemeClr val="tx1"/>
            </a:solidFill>
            <a:headEnd/>
            <a:tailEnd/>
          </a:ln>
        </p:spPr>
        <p:style>
          <a:lnRef idx="1">
            <a:schemeClr val="accent1"/>
          </a:lnRef>
          <a:fillRef idx="3">
            <a:schemeClr val="accent1"/>
          </a:fillRef>
          <a:effectRef idx="2">
            <a:schemeClr val="accent1"/>
          </a:effectRef>
          <a:fontRef idx="none"/>
        </p:style>
        <p:txBody>
          <a:bodyPr vert="horz" wrap="square" lIns="91440" tIns="45720" rIns="91440" bIns="45720" numCol="1" anchor="ctr" anchorCtr="1" compatLnSpc="1">
            <a:prstTxWarp prst="textNoShape">
              <a:avLst/>
            </a:prstTxWarp>
            <a:noAutofit/>
          </a:bodyPr>
          <a:lstStyle>
            <a:lvl1pPr marL="0" indent="0">
              <a:buNone/>
              <a:defRPr lang="en-US" sz="1600" b="1" kern="1200" dirty="0" smtClean="0">
                <a:solidFill>
                  <a:schemeClr val="tx1"/>
                </a:solidFill>
                <a:latin typeface="Arial"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dirty="0"/>
              <a:t>Click to edit Master text style</a:t>
            </a:r>
          </a:p>
        </p:txBody>
      </p:sp>
      <p:sp>
        <p:nvSpPr>
          <p:cNvPr id="10" name="Content Placeholder 5"/>
          <p:cNvSpPr>
            <a:spLocks noGrp="1"/>
          </p:cNvSpPr>
          <p:nvPr>
            <p:ph sz="quarter" idx="15" hasCustomPrompt="1"/>
          </p:nvPr>
        </p:nvSpPr>
        <p:spPr>
          <a:xfrm>
            <a:off x="6217054" y="4286584"/>
            <a:ext cx="5718048" cy="2011680"/>
          </a:xfrm>
          <a:ln>
            <a:solidFill>
              <a:schemeClr val="tx1"/>
            </a:solidFill>
          </a:ln>
        </p:spPr>
        <p:style>
          <a:lnRef idx="2">
            <a:schemeClr val="accent1"/>
          </a:lnRef>
          <a:fillRef idx="1">
            <a:schemeClr val="lt1"/>
          </a:fillRef>
          <a:effectRef idx="0">
            <a:schemeClr val="accent1"/>
          </a:effectRef>
          <a:fontRef idx="none"/>
        </p:style>
        <p:txBody>
          <a:bodyPr lIns="91440"/>
          <a:lstStyle>
            <a:lvl1pPr>
              <a:defRPr sz="1400"/>
            </a:lvl1pPr>
            <a:lvl2pPr>
              <a:defRPr sz="1400"/>
            </a:lvl2pPr>
            <a:lvl3pPr>
              <a:defRPr sz="1200"/>
            </a:lvl3pPr>
            <a:lvl4pPr>
              <a:defRPr sz="1100" baseline="0"/>
            </a:lvl4pPr>
            <a:lvl5pPr>
              <a:defRPr sz="1100" baseline="0"/>
            </a:lvl5pPr>
            <a:lvl6pPr>
              <a:defRPr sz="1600"/>
            </a:lvl6pPr>
            <a:lvl7pPr>
              <a:defRPr sz="1600"/>
            </a:lvl7pPr>
            <a:lvl8pPr>
              <a:defRPr sz="1600"/>
            </a:lvl8pPr>
            <a:lvl9pPr>
              <a:defRPr sz="1600"/>
            </a:lvl9p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Tree>
    <p:extLst>
      <p:ext uri="{BB962C8B-B14F-4D97-AF65-F5344CB8AC3E}">
        <p14:creationId xmlns:p14="http://schemas.microsoft.com/office/powerpoint/2010/main" val="3694120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re seul">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p:custDataLst>
              <p:tags r:id="rId2"/>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spid="_x0000_s6154" name="think-cell Slide" r:id="rId5" imgW="360" imgH="360" progId="">
                  <p:embed/>
                </p:oleObj>
              </mc:Choice>
              <mc:Fallback>
                <p:oleObj name="think-cell Slide" r:id="rId5" imgW="360" imgH="360" progId="">
                  <p:embed/>
                  <p:pic>
                    <p:nvPicPr>
                      <p:cNvPr id="3" name="Object 2" hidden="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a:t>Click to edit Master title style</a:t>
            </a:r>
          </a:p>
        </p:txBody>
      </p:sp>
    </p:spTree>
    <p:extLst>
      <p:ext uri="{BB962C8B-B14F-4D97-AF65-F5344CB8AC3E}">
        <p14:creationId xmlns:p14="http://schemas.microsoft.com/office/powerpoint/2010/main" val="469661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p:custDataLst>
              <p:tags r:id="rId2"/>
            </p:custDataLst>
          </p:nvPr>
        </p:nvGraphicFramePr>
        <p:xfrm>
          <a:off x="7" y="11"/>
          <a:ext cx="180998" cy="143985"/>
        </p:xfrm>
        <a:graphic>
          <a:graphicData uri="http://schemas.openxmlformats.org/presentationml/2006/ole">
            <mc:AlternateContent xmlns:mc="http://schemas.openxmlformats.org/markup-compatibility/2006">
              <mc:Choice xmlns:v="urn:schemas-microsoft-com:vml" Requires="v">
                <p:oleObj spid="_x0000_s7178" name="think-cell Slide" r:id="rId4" imgW="360" imgH="360" progId="">
                  <p:embed/>
                </p:oleObj>
              </mc:Choice>
              <mc:Fallback>
                <p:oleObj name="think-cell Slide" r:id="rId4" imgW="360" imgH="360" progId="">
                  <p:embed/>
                  <p:pic>
                    <p:nvPicPr>
                      <p:cNvPr id="2" name="Object 1"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 y="11"/>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80419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itle and Table">
    <p:spTree>
      <p:nvGrpSpPr>
        <p:cNvPr id="1" name=""/>
        <p:cNvGrpSpPr/>
        <p:nvPr/>
      </p:nvGrpSpPr>
      <p:grpSpPr>
        <a:xfrm>
          <a:off x="0" y="0"/>
          <a:ext cx="0" cy="0"/>
          <a:chOff x="0" y="0"/>
          <a:chExt cx="0" cy="0"/>
        </a:xfrm>
      </p:grpSpPr>
      <p:sp>
        <p:nvSpPr>
          <p:cNvPr id="3" name="Table Placeholder 2"/>
          <p:cNvSpPr>
            <a:spLocks noGrp="1"/>
          </p:cNvSpPr>
          <p:nvPr>
            <p:ph type="tbl" idx="1"/>
          </p:nvPr>
        </p:nvSpPr>
        <p:spPr bwMode="gray">
          <a:xfrm>
            <a:off x="321579" y="990600"/>
            <a:ext cx="11582400" cy="5029200"/>
          </a:xfrm>
        </p:spPr>
        <p:txBody>
          <a:bodyPr/>
          <a:lstStyle/>
          <a:p>
            <a:pPr lvl="0"/>
            <a:r>
              <a:rPr lang="en-US" noProof="0"/>
              <a:t>Click icon to add table</a:t>
            </a:r>
            <a:endParaRPr lang="en-US" noProof="0" dirty="0"/>
          </a:p>
        </p:txBody>
      </p:sp>
      <p:sp>
        <p:nvSpPr>
          <p:cNvPr id="6" name="Rectangle 134"/>
          <p:cNvSpPr>
            <a:spLocks noGrp="1" noChangeArrowheads="1"/>
          </p:cNvSpPr>
          <p:nvPr>
            <p:ph type="title"/>
          </p:nvPr>
        </p:nvSpPr>
        <p:spPr bwMode="gray">
          <a:xfrm>
            <a:off x="321733" y="212730"/>
            <a:ext cx="11618976" cy="549275"/>
          </a:xfrm>
          <a:prstGeom prst="rect">
            <a:avLst/>
          </a:prstGeom>
          <a:noFill/>
          <a:ln w="9525">
            <a:noFill/>
            <a:miter lim="800000"/>
            <a:headEnd/>
            <a:tailEnd/>
          </a:ln>
          <a:effectLst/>
        </p:spPr>
        <p:txBody>
          <a:bodyPr/>
          <a:lstStyle/>
          <a:p>
            <a:pPr lvl="0"/>
            <a:r>
              <a:rPr lang="en-US"/>
              <a:t>Click to edit Master title style</a:t>
            </a:r>
            <a:endParaRPr lang="en-US" dirty="0"/>
          </a:p>
        </p:txBody>
      </p:sp>
      <p:sp>
        <p:nvSpPr>
          <p:cNvPr id="4" name="Rectangle 101"/>
          <p:cNvSpPr>
            <a:spLocks noGrp="1" noChangeArrowheads="1"/>
          </p:cNvSpPr>
          <p:nvPr>
            <p:ph type="dt" sz="half" idx="10"/>
          </p:nvPr>
        </p:nvSpPr>
        <p:spPr>
          <a:xfrm>
            <a:off x="4572000" y="6533673"/>
            <a:ext cx="3544277" cy="165100"/>
          </a:xfrm>
          <a:prstGeom prst="rect">
            <a:avLst/>
          </a:prstGeom>
        </p:spPr>
        <p:txBody>
          <a:bodyPr/>
          <a:lstStyle>
            <a:lvl1pPr fontAlgn="base">
              <a:spcBef>
                <a:spcPct val="0"/>
              </a:spcBef>
              <a:spcAft>
                <a:spcPct val="0"/>
              </a:spcAft>
              <a:defRPr sz="900">
                <a:solidFill>
                  <a:schemeClr val="tx1"/>
                </a:solidFill>
                <a:latin typeface="Arial" charset="0"/>
              </a:defRPr>
            </a:lvl1pPr>
          </a:lstStyle>
          <a:p>
            <a:fld id="{425404F2-BE9A-4460-8815-8F645183555F}" type="datetimeFigureOut">
              <a:rPr lang="en-US" smtClean="0"/>
              <a:pPr/>
              <a:t>7/1/2022</a:t>
            </a:fld>
            <a:endParaRPr lang="en-US"/>
          </a:p>
        </p:txBody>
      </p:sp>
      <p:sp>
        <p:nvSpPr>
          <p:cNvPr id="5" name="Rectangle 103"/>
          <p:cNvSpPr>
            <a:spLocks noGrp="1" noChangeArrowheads="1"/>
          </p:cNvSpPr>
          <p:nvPr>
            <p:ph type="sldNum" sz="quarter" idx="11"/>
          </p:nvPr>
        </p:nvSpPr>
        <p:spPr>
          <a:xfrm>
            <a:off x="11941908" y="6732599"/>
            <a:ext cx="242277" cy="103187"/>
          </a:xfrm>
          <a:prstGeom prst="rect">
            <a:avLst/>
          </a:prstGeom>
        </p:spPr>
        <p:txBody>
          <a:bodyPr/>
          <a:lstStyle>
            <a:lvl1pPr fontAlgn="base">
              <a:spcBef>
                <a:spcPct val="0"/>
              </a:spcBef>
              <a:spcAft>
                <a:spcPct val="0"/>
              </a:spcAft>
              <a:defRPr/>
            </a:lvl1pPr>
          </a:lstStyle>
          <a:p>
            <a:fld id="{96E69268-9C8B-4EBF-A9EE-DC5DC2D48DC3}" type="slidenum">
              <a:rPr lang="en-US" smtClean="0"/>
              <a:pPr/>
              <a:t>‹#›</a:t>
            </a:fld>
            <a:endParaRPr lang="en-US"/>
          </a:p>
        </p:txBody>
      </p:sp>
    </p:spTree>
    <p:extLst>
      <p:ext uri="{BB962C8B-B14F-4D97-AF65-F5344CB8AC3E}">
        <p14:creationId xmlns:p14="http://schemas.microsoft.com/office/powerpoint/2010/main" val="1316518027"/>
      </p:ext>
    </p:extLst>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re et contenu">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2"/>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67268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49"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extLst>
      <p:ext uri="{BB962C8B-B14F-4D97-AF65-F5344CB8AC3E}">
        <p14:creationId xmlns:p14="http://schemas.microsoft.com/office/powerpoint/2010/main" val="11711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49"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49"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474016"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2" name="Titre 1"/>
          <p:cNvSpPr>
            <a:spLocks noGrp="1"/>
          </p:cNvSpPr>
          <p:nvPr>
            <p:ph type="title"/>
          </p:nvPr>
        </p:nvSpPr>
        <p:spPr>
          <a:xfrm>
            <a:off x="227349" y="0"/>
            <a:ext cx="11125236" cy="1104900"/>
          </a:xfrm>
        </p:spPr>
        <p:txBody>
          <a:bodyPr/>
          <a:lstStyle/>
          <a:p>
            <a:r>
              <a:rPr lang="en-US"/>
              <a:t>Click to edit Master title style</a:t>
            </a:r>
            <a:endParaRPr lang="en-US" dirty="0"/>
          </a:p>
        </p:txBody>
      </p:sp>
      <p:sp>
        <p:nvSpPr>
          <p:cNvPr id="16"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6474016"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284963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Tree>
    <p:extLst>
      <p:ext uri="{BB962C8B-B14F-4D97-AF65-F5344CB8AC3E}">
        <p14:creationId xmlns:p14="http://schemas.microsoft.com/office/powerpoint/2010/main" val="1615337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8202" name="think-cell Slide" r:id="rId4" imgW="270" imgH="270" progId="TCLayout.ActiveDocument.1">
                  <p:embed/>
                </p:oleObj>
              </mc:Choice>
              <mc:Fallback>
                <p:oleObj name="think-cell Slide" r:id="rId4" imgW="270" imgH="27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p:nvSpPr>
        <p:spPr>
          <a:xfrm>
            <a:off x="0" y="0"/>
            <a:ext cx="919998"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10" name="Freeform 6"/>
          <p:cNvSpPr>
            <a:spLocks/>
          </p:cNvSpPr>
          <p:nvPr/>
        </p:nvSpPr>
        <p:spPr bwMode="auto">
          <a:xfrm>
            <a:off x="0" y="0"/>
            <a:ext cx="919998"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a:xfrm>
            <a:off x="974872"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7"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2"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400"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extLst>
      <p:ext uri="{BB962C8B-B14F-4D97-AF65-F5344CB8AC3E}">
        <p14:creationId xmlns:p14="http://schemas.microsoft.com/office/powerpoint/2010/main" val="30486463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re seul">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9226"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751912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Vide">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0250"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594581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Single Profile">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F5F5AEA1-6A77-4676-B8B3-EF658F5F8430}"/>
              </a:ext>
            </a:extLst>
          </p:cNvPr>
          <p:cNvSpPr/>
          <p:nvPr/>
        </p:nvSpPr>
        <p:spPr>
          <a:xfrm flipV="1">
            <a:off x="1"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dirty="0"/>
          </a:p>
        </p:txBody>
      </p:sp>
      <p:sp>
        <p:nvSpPr>
          <p:cNvPr id="26" name="Text Placeholder 4">
            <a:extLst>
              <a:ext uri="{FF2B5EF4-FFF2-40B4-BE49-F238E27FC236}">
                <a16:creationId xmlns:a16="http://schemas.microsoft.com/office/drawing/2014/main" id="{7E551D69-F21D-4601-B4BD-97ECB52F39D6}"/>
              </a:ext>
            </a:extLst>
          </p:cNvPr>
          <p:cNvSpPr>
            <a:spLocks noGrp="1"/>
          </p:cNvSpPr>
          <p:nvPr>
            <p:ph type="body" sz="quarter" idx="14" hasCustomPrompt="1"/>
          </p:nvPr>
        </p:nvSpPr>
        <p:spPr>
          <a:xfrm>
            <a:off x="783129" y="5278426"/>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a:extLst>
              <a:ext uri="{FF2B5EF4-FFF2-40B4-BE49-F238E27FC236}">
                <a16:creationId xmlns:a16="http://schemas.microsoft.com/office/drawing/2014/main" id="{BC359575-5CC3-4B2F-91E7-19D6A150BE7B}"/>
              </a:ext>
            </a:extLst>
          </p:cNvPr>
          <p:cNvSpPr>
            <a:spLocks noGrp="1"/>
          </p:cNvSpPr>
          <p:nvPr>
            <p:ph type="body" sz="quarter" idx="13" hasCustomPrompt="1"/>
          </p:nvPr>
        </p:nvSpPr>
        <p:spPr>
          <a:xfrm>
            <a:off x="783129" y="3916350"/>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a:extLst>
              <a:ext uri="{FF2B5EF4-FFF2-40B4-BE49-F238E27FC236}">
                <a16:creationId xmlns:a16="http://schemas.microsoft.com/office/drawing/2014/main" id="{53745724-67BB-4475-9660-FEEE12268615}"/>
              </a:ext>
            </a:extLst>
          </p:cNvPr>
          <p:cNvSpPr>
            <a:spLocks noGrp="1"/>
          </p:cNvSpPr>
          <p:nvPr>
            <p:ph type="body" sz="quarter" idx="10" hasCustomPrompt="1"/>
          </p:nvPr>
        </p:nvSpPr>
        <p:spPr>
          <a:xfrm>
            <a:off x="782081" y="4344097"/>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a:extLst>
              <a:ext uri="{FF2B5EF4-FFF2-40B4-BE49-F238E27FC236}">
                <a16:creationId xmlns:a16="http://schemas.microsoft.com/office/drawing/2014/main" id="{C78431F2-3F85-4748-A6BC-A08250A6D354}"/>
              </a:ext>
            </a:extLst>
          </p:cNvPr>
          <p:cNvSpPr>
            <a:spLocks noGrp="1"/>
          </p:cNvSpPr>
          <p:nvPr>
            <p:ph type="body" sz="quarter" idx="15" hasCustomPrompt="1"/>
          </p:nvPr>
        </p:nvSpPr>
        <p:spPr>
          <a:xfrm>
            <a:off x="782081"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a:extLst>
              <a:ext uri="{FF2B5EF4-FFF2-40B4-BE49-F238E27FC236}">
                <a16:creationId xmlns:a16="http://schemas.microsoft.com/office/drawing/2014/main" id="{1EFB3510-D39A-47CF-8191-109DDF9E53D5}"/>
              </a:ext>
            </a:extLst>
          </p:cNvPr>
          <p:cNvSpPr/>
          <p:nvPr/>
        </p:nvSpPr>
        <p:spPr>
          <a:xfrm>
            <a:off x="1381192" y="1147034"/>
            <a:ext cx="2609222"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5821 h 3130231"/>
              <a:gd name="connsiteX1" fmla="*/ 1657126 w 3314252"/>
              <a:gd name="connsiteY1" fmla="*/ 1411 h 3130231"/>
              <a:gd name="connsiteX2" fmla="*/ 3314252 w 3314252"/>
              <a:gd name="connsiteY2" fmla="*/ 1565821 h 3130231"/>
              <a:gd name="connsiteX3" fmla="*/ 1657126 w 3314252"/>
              <a:gd name="connsiteY3" fmla="*/ 3130231 h 3130231"/>
              <a:gd name="connsiteX4" fmla="*/ 0 w 3314252"/>
              <a:gd name="connsiteY4" fmla="*/ 1565821 h 3130231"/>
              <a:gd name="connsiteX0" fmla="*/ 0 w 3314252"/>
              <a:gd name="connsiteY0" fmla="*/ 1567937 h 3132347"/>
              <a:gd name="connsiteX1" fmla="*/ 1657126 w 3314252"/>
              <a:gd name="connsiteY1" fmla="*/ 3527 h 3132347"/>
              <a:gd name="connsiteX2" fmla="*/ 3314252 w 3314252"/>
              <a:gd name="connsiteY2" fmla="*/ 1567937 h 3132347"/>
              <a:gd name="connsiteX3" fmla="*/ 1657126 w 3314252"/>
              <a:gd name="connsiteY3" fmla="*/ 3132347 h 3132347"/>
              <a:gd name="connsiteX4" fmla="*/ 0 w 3314252"/>
              <a:gd name="connsiteY4" fmla="*/ 1567937 h 3132347"/>
              <a:gd name="connsiteX0" fmla="*/ 0 w 3314252"/>
              <a:gd name="connsiteY0" fmla="*/ 1564505 h 3128915"/>
              <a:gd name="connsiteX1" fmla="*/ 1657126 w 3314252"/>
              <a:gd name="connsiteY1" fmla="*/ 95 h 3128915"/>
              <a:gd name="connsiteX2" fmla="*/ 3314252 w 3314252"/>
              <a:gd name="connsiteY2" fmla="*/ 1564505 h 3128915"/>
              <a:gd name="connsiteX3" fmla="*/ 1657126 w 3314252"/>
              <a:gd name="connsiteY3" fmla="*/ 3128915 h 3128915"/>
              <a:gd name="connsiteX4" fmla="*/ 0 w 3314252"/>
              <a:gd name="connsiteY4" fmla="*/ 1564505 h 3128915"/>
              <a:gd name="connsiteX0" fmla="*/ 0 w 3314252"/>
              <a:gd name="connsiteY0" fmla="*/ 1565503 h 3129913"/>
              <a:gd name="connsiteX1" fmla="*/ 1657126 w 3314252"/>
              <a:gd name="connsiteY1" fmla="*/ 1093 h 3129913"/>
              <a:gd name="connsiteX2" fmla="*/ 3314252 w 3314252"/>
              <a:gd name="connsiteY2" fmla="*/ 1565503 h 3129913"/>
              <a:gd name="connsiteX3" fmla="*/ 1657126 w 3314252"/>
              <a:gd name="connsiteY3" fmla="*/ 3129913 h 3129913"/>
              <a:gd name="connsiteX4" fmla="*/ 0 w 3314252"/>
              <a:gd name="connsiteY4" fmla="*/ 1565503 h 3129913"/>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4433 h 3128843"/>
              <a:gd name="connsiteX1" fmla="*/ 1657126 w 3314252"/>
              <a:gd name="connsiteY1" fmla="*/ 23 h 3128843"/>
              <a:gd name="connsiteX2" fmla="*/ 3314252 w 3314252"/>
              <a:gd name="connsiteY2" fmla="*/ 1564433 h 3128843"/>
              <a:gd name="connsiteX3" fmla="*/ 1657126 w 3314252"/>
              <a:gd name="connsiteY3" fmla="*/ 3128843 h 3128843"/>
              <a:gd name="connsiteX4" fmla="*/ 0 w 3314252"/>
              <a:gd name="connsiteY4" fmla="*/ 1564433 h 3128843"/>
              <a:gd name="connsiteX0" fmla="*/ 0 w 3314252"/>
              <a:gd name="connsiteY0" fmla="*/ 1564433 h 3129053"/>
              <a:gd name="connsiteX1" fmla="*/ 1657126 w 3314252"/>
              <a:gd name="connsiteY1" fmla="*/ 23 h 3129053"/>
              <a:gd name="connsiteX2" fmla="*/ 3314252 w 3314252"/>
              <a:gd name="connsiteY2" fmla="*/ 1564433 h 3129053"/>
              <a:gd name="connsiteX3" fmla="*/ 1657126 w 3314252"/>
              <a:gd name="connsiteY3" fmla="*/ 3128843 h 3129053"/>
              <a:gd name="connsiteX4" fmla="*/ 0 w 3314252"/>
              <a:gd name="connsiteY4" fmla="*/ 1564433 h 3129053"/>
              <a:gd name="connsiteX0" fmla="*/ 0 w 3314252"/>
              <a:gd name="connsiteY0" fmla="*/ 1564433 h 3131880"/>
              <a:gd name="connsiteX1" fmla="*/ 1657126 w 3314252"/>
              <a:gd name="connsiteY1" fmla="*/ 23 h 3131880"/>
              <a:gd name="connsiteX2" fmla="*/ 3314252 w 3314252"/>
              <a:gd name="connsiteY2" fmla="*/ 1564433 h 3131880"/>
              <a:gd name="connsiteX3" fmla="*/ 1657126 w 3314252"/>
              <a:gd name="connsiteY3" fmla="*/ 3128843 h 3131880"/>
              <a:gd name="connsiteX4" fmla="*/ 0 w 3314252"/>
              <a:gd name="connsiteY4" fmla="*/ 1564433 h 3131880"/>
              <a:gd name="connsiteX0" fmla="*/ 0 w 3314252"/>
              <a:gd name="connsiteY0" fmla="*/ 1564433 h 3131423"/>
              <a:gd name="connsiteX1" fmla="*/ 1657126 w 3314252"/>
              <a:gd name="connsiteY1" fmla="*/ 23 h 3131423"/>
              <a:gd name="connsiteX2" fmla="*/ 3314252 w 3314252"/>
              <a:gd name="connsiteY2" fmla="*/ 1564433 h 3131423"/>
              <a:gd name="connsiteX3" fmla="*/ 1657126 w 3314252"/>
              <a:gd name="connsiteY3" fmla="*/ 3128843 h 3131423"/>
              <a:gd name="connsiteX4" fmla="*/ 0 w 3314252"/>
              <a:gd name="connsiteY4" fmla="*/ 1564433 h 3131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p>
        </p:txBody>
      </p:sp>
    </p:spTree>
    <p:extLst>
      <p:ext uri="{BB962C8B-B14F-4D97-AF65-F5344CB8AC3E}">
        <p14:creationId xmlns:p14="http://schemas.microsoft.com/office/powerpoint/2010/main" val="33126055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27348" y="1815352"/>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re 2"/>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11311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title and content ">
    <p:spTree>
      <p:nvGrpSpPr>
        <p:cNvPr id="1" name=""/>
        <p:cNvGrpSpPr/>
        <p:nvPr/>
      </p:nvGrpSpPr>
      <p:grpSpPr>
        <a:xfrm>
          <a:off x="0" y="0"/>
          <a:ext cx="0" cy="0"/>
          <a:chOff x="0" y="0"/>
          <a:chExt cx="0" cy="0"/>
        </a:xfrm>
      </p:grpSpPr>
      <p:sp>
        <p:nvSpPr>
          <p:cNvPr id="2" name="Title 1"/>
          <p:cNvSpPr>
            <a:spLocks noGrp="1"/>
          </p:cNvSpPr>
          <p:nvPr>
            <p:ph type="title"/>
          </p:nvPr>
        </p:nvSpPr>
        <p:spPr>
          <a:xfrm>
            <a:off x="227349" y="0"/>
            <a:ext cx="11125236"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8" y="1815351"/>
            <a:ext cx="11700000" cy="44662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227349" y="1148607"/>
            <a:ext cx="11700000" cy="504056"/>
          </a:xfrm>
          <a:prstGeom prst="rect">
            <a:avLst/>
          </a:prstGeom>
        </p:spPr>
        <p:txBody>
          <a:bodyPr/>
          <a:lstStyle>
            <a:lvl1pPr>
              <a:defRPr>
                <a:solidFill>
                  <a:schemeClr val="accent2"/>
                </a:solidFill>
              </a:defRPr>
            </a:lvl1pPr>
          </a:lstStyle>
          <a:p>
            <a:pPr lvl="0"/>
            <a:r>
              <a:rPr lang="en-US" dirty="0"/>
              <a:t>Click to edit Master subtitle styles</a:t>
            </a:r>
          </a:p>
        </p:txBody>
      </p:sp>
    </p:spTree>
    <p:extLst>
      <p:ext uri="{BB962C8B-B14F-4D97-AF65-F5344CB8AC3E}">
        <p14:creationId xmlns:p14="http://schemas.microsoft.com/office/powerpoint/2010/main" val="21387373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49"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49"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474016" y="1420989"/>
            <a:ext cx="5400000" cy="743987"/>
          </a:xfrm>
          <a:prstGeom prst="rect">
            <a:avLst/>
          </a:prstGeom>
        </p:spPr>
        <p:txBody>
          <a:bodyPr anchor="ctr" anchorCtr="0">
            <a:noAutofit/>
          </a:bodyPr>
          <a:lstStyle>
            <a:lvl1pPr>
              <a:lnSpc>
                <a:spcPct val="100000"/>
              </a:lnSpc>
              <a:defRPr sz="1800" b="1">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pic>
        <p:nvPicPr>
          <p:cNvPr id="10" name="Graphic 9">
            <a:extLst>
              <a:ext uri="{FF2B5EF4-FFF2-40B4-BE49-F238E27FC236}">
                <a16:creationId xmlns:a16="http://schemas.microsoft.com/office/drawing/2014/main" id="{DDCA2B41-0A1F-45C2-A74A-EB99E41096F1}"/>
              </a:ext>
            </a:extLst>
          </p:cNvPr>
          <p:cNvPicPr>
            <a:picLocks noChangeAspect="1"/>
          </p:cNvPicPr>
          <p:nvPr userDrawn="1"/>
        </p:nvPicPr>
        <p:blipFill rotWithShape="1">
          <a:blip r:embed="rId2" cstate="print">
            <a:extLst>
              <a:ext uri="{96DAC541-7B7A-43D3-8B79-37D633B846F1}">
                <asvg:svgBlip xmlns:asvg="http://schemas.microsoft.com/office/drawing/2016/SVG/main" r:embed="rId3"/>
              </a:ext>
            </a:extLst>
          </a:blip>
          <a:srcRect l="81836" t="-4713" b="16530"/>
          <a:stretch/>
        </p:blipFill>
        <p:spPr>
          <a:xfrm>
            <a:off x="11491419" y="164829"/>
            <a:ext cx="424356" cy="459624"/>
          </a:xfrm>
          <a:prstGeom prst="rect">
            <a:avLst/>
          </a:prstGeom>
        </p:spPr>
      </p:pic>
      <p:sp>
        <p:nvSpPr>
          <p:cNvPr id="2" name="Titre 1"/>
          <p:cNvSpPr>
            <a:spLocks noGrp="1"/>
          </p:cNvSpPr>
          <p:nvPr>
            <p:ph type="title"/>
          </p:nvPr>
        </p:nvSpPr>
        <p:spPr>
          <a:xfrm>
            <a:off x="227349" y="0"/>
            <a:ext cx="11125236" cy="1104900"/>
          </a:xfrm>
        </p:spPr>
        <p:txBody>
          <a:bodyPr/>
          <a:lstStyle/>
          <a:p>
            <a:r>
              <a:rPr lang="en-US"/>
              <a:t>Click to edit Master title style</a:t>
            </a:r>
            <a:endParaRPr lang="en-US" dirty="0"/>
          </a:p>
        </p:txBody>
      </p:sp>
      <p:sp>
        <p:nvSpPr>
          <p:cNvPr id="16"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6474016" y="2205319"/>
            <a:ext cx="5400000" cy="4076234"/>
          </a:xfrm>
          <a:prstGeom prst="rect">
            <a:avLst/>
          </a:prstGeom>
        </p:spPr>
        <p:txBody>
          <a:bodyPr>
            <a:noAutofit/>
          </a:bodyPr>
          <a:lstStyle>
            <a:lvl1pPr>
              <a:lnSpc>
                <a:spcPct val="100000"/>
              </a:lnSpc>
              <a:spcBef>
                <a:spcPts val="0"/>
              </a:spcBef>
              <a:defRPr sz="1600"/>
            </a:lvl1pPr>
            <a:lvl2pPr>
              <a:lnSpc>
                <a:spcPct val="100000"/>
              </a:lnSpc>
              <a:spcBef>
                <a:spcPts val="0"/>
              </a:spcBef>
              <a:defRPr sz="1600"/>
            </a:lvl2pPr>
            <a:lvl3pPr>
              <a:lnSpc>
                <a:spcPct val="100000"/>
              </a:lnSpc>
              <a:spcBef>
                <a:spcPts val="0"/>
              </a:spcBef>
              <a:defRPr sz="1600"/>
            </a:lvl3pPr>
            <a:lvl4pPr>
              <a:lnSpc>
                <a:spcPct val="100000"/>
              </a:lnSpc>
              <a:spcBef>
                <a:spcPts val="0"/>
              </a:spcBef>
              <a:defRPr sz="1600"/>
            </a:lvl4pPr>
            <a:lvl5pPr>
              <a:lnSpc>
                <a:spcPct val="100000"/>
              </a:lnSpc>
              <a:spcBef>
                <a:spcPts val="0"/>
              </a:spcBef>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3032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Tree>
    <p:extLst>
      <p:ext uri="{BB962C8B-B14F-4D97-AF65-F5344CB8AC3E}">
        <p14:creationId xmlns:p14="http://schemas.microsoft.com/office/powerpoint/2010/main" val="26312258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with numbering,  subtitle and content">
    <p:spTree>
      <p:nvGrpSpPr>
        <p:cNvPr id="1" name=""/>
        <p:cNvGrpSpPr/>
        <p:nvPr/>
      </p:nvGrpSpPr>
      <p:grpSpPr>
        <a:xfrm>
          <a:off x="0" y="0"/>
          <a:ext cx="0" cy="0"/>
          <a:chOff x="0" y="0"/>
          <a:chExt cx="0" cy="0"/>
        </a:xfrm>
      </p:grpSpPr>
      <p:graphicFrame>
        <p:nvGraphicFramePr>
          <p:cNvPr id="15" name="Object 1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6394" name="think-cell Slide" r:id="rId4" imgW="270" imgH="270" progId="TCLayout.ActiveDocument.1">
                  <p:embed/>
                </p:oleObj>
              </mc:Choice>
              <mc:Fallback>
                <p:oleObj name="think-cell Slide" r:id="rId4" imgW="270" imgH="270" progId="TCLayout.ActiveDocument.1">
                  <p:embed/>
                  <p:pic>
                    <p:nvPicPr>
                      <p:cNvPr id="15" name="Object 1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Rectangle 17"/>
          <p:cNvSpPr/>
          <p:nvPr userDrawn="1"/>
        </p:nvSpPr>
        <p:spPr>
          <a:xfrm>
            <a:off x="0" y="0"/>
            <a:ext cx="919998" cy="4286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510" name="Freeform 6"/>
          <p:cNvSpPr>
            <a:spLocks/>
          </p:cNvSpPr>
          <p:nvPr userDrawn="1"/>
        </p:nvSpPr>
        <p:spPr bwMode="auto">
          <a:xfrm>
            <a:off x="0" y="0"/>
            <a:ext cx="919998" cy="1146174"/>
          </a:xfrm>
          <a:custGeom>
            <a:avLst/>
            <a:gdLst/>
            <a:ahLst/>
            <a:cxnLst>
              <a:cxn ang="0">
                <a:pos x="1681" y="25"/>
              </a:cxn>
              <a:cxn ang="0">
                <a:pos x="1655" y="0"/>
              </a:cxn>
              <a:cxn ang="0">
                <a:pos x="22" y="0"/>
              </a:cxn>
              <a:cxn ang="0">
                <a:pos x="0" y="23"/>
              </a:cxn>
              <a:cxn ang="0">
                <a:pos x="0" y="2095"/>
              </a:cxn>
              <a:cxn ang="0">
                <a:pos x="336" y="2085"/>
              </a:cxn>
              <a:cxn ang="0">
                <a:pos x="682" y="2056"/>
              </a:cxn>
              <a:cxn ang="0">
                <a:pos x="897" y="2032"/>
              </a:cxn>
              <a:cxn ang="0">
                <a:pos x="1082" y="2005"/>
              </a:cxn>
              <a:cxn ang="0">
                <a:pos x="1332" y="1960"/>
              </a:cxn>
              <a:cxn ang="0">
                <a:pos x="1567" y="1911"/>
              </a:cxn>
              <a:cxn ang="0">
                <a:pos x="1680" y="1883"/>
              </a:cxn>
              <a:cxn ang="0">
                <a:pos x="1681" y="25"/>
              </a:cxn>
            </a:cxnLst>
            <a:rect l="0" t="0" r="r" b="b"/>
            <a:pathLst>
              <a:path w="1681" h="2095">
                <a:moveTo>
                  <a:pt x="1681" y="25"/>
                </a:moveTo>
                <a:cubicBezTo>
                  <a:pt x="1681" y="3"/>
                  <a:pt x="1675" y="0"/>
                  <a:pt x="1655" y="0"/>
                </a:cubicBezTo>
                <a:cubicBezTo>
                  <a:pt x="1111" y="1"/>
                  <a:pt x="567" y="1"/>
                  <a:pt x="22" y="0"/>
                </a:cubicBezTo>
                <a:cubicBezTo>
                  <a:pt x="5" y="0"/>
                  <a:pt x="0" y="3"/>
                  <a:pt x="0" y="23"/>
                </a:cubicBezTo>
                <a:cubicBezTo>
                  <a:pt x="0" y="713"/>
                  <a:pt x="0" y="1404"/>
                  <a:pt x="0" y="2095"/>
                </a:cubicBezTo>
                <a:cubicBezTo>
                  <a:pt x="112" y="2091"/>
                  <a:pt x="224" y="2088"/>
                  <a:pt x="336" y="2085"/>
                </a:cubicBezTo>
                <a:cubicBezTo>
                  <a:pt x="452" y="2081"/>
                  <a:pt x="567" y="2068"/>
                  <a:pt x="682" y="2056"/>
                </a:cubicBezTo>
                <a:cubicBezTo>
                  <a:pt x="754" y="2049"/>
                  <a:pt x="826" y="2045"/>
                  <a:pt x="897" y="2032"/>
                </a:cubicBezTo>
                <a:cubicBezTo>
                  <a:pt x="958" y="2020"/>
                  <a:pt x="1021" y="2018"/>
                  <a:pt x="1082" y="2005"/>
                </a:cubicBezTo>
                <a:cubicBezTo>
                  <a:pt x="1165" y="1989"/>
                  <a:pt x="1249" y="1977"/>
                  <a:pt x="1332" y="1960"/>
                </a:cubicBezTo>
                <a:cubicBezTo>
                  <a:pt x="1410" y="1945"/>
                  <a:pt x="1489" y="1928"/>
                  <a:pt x="1567" y="1911"/>
                </a:cubicBezTo>
                <a:cubicBezTo>
                  <a:pt x="1605" y="1904"/>
                  <a:pt x="1643" y="1895"/>
                  <a:pt x="1680" y="1883"/>
                </a:cubicBezTo>
                <a:cubicBezTo>
                  <a:pt x="1680" y="1263"/>
                  <a:pt x="1680" y="644"/>
                  <a:pt x="1681" y="25"/>
                </a:cubicBez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2" name="Title 1"/>
          <p:cNvSpPr>
            <a:spLocks noGrp="1"/>
          </p:cNvSpPr>
          <p:nvPr>
            <p:ph type="title"/>
          </p:nvPr>
        </p:nvSpPr>
        <p:spPr>
          <a:xfrm>
            <a:off x="974872" y="0"/>
            <a:ext cx="10377711" cy="1104900"/>
          </a:xfrm>
        </p:spPr>
        <p:txBody>
          <a:bodyPr/>
          <a:lstStyle/>
          <a:p>
            <a:r>
              <a:rPr lang="en-US"/>
              <a:t>Click to edit Master title style</a:t>
            </a:r>
            <a:endParaRPr lang="en-GB" dirty="0"/>
          </a:p>
        </p:txBody>
      </p:sp>
      <p:sp>
        <p:nvSpPr>
          <p:cNvPr id="4" name="Text Placeholder 3"/>
          <p:cNvSpPr>
            <a:spLocks noGrp="1"/>
          </p:cNvSpPr>
          <p:nvPr>
            <p:ph type="body" sz="quarter" idx="10"/>
          </p:nvPr>
        </p:nvSpPr>
        <p:spPr>
          <a:xfrm>
            <a:off x="227347" y="1815351"/>
            <a:ext cx="11700000" cy="4467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Espace réservé du texte 4"/>
          <p:cNvSpPr>
            <a:spLocks noGrp="1"/>
          </p:cNvSpPr>
          <p:nvPr>
            <p:ph type="body" sz="quarter" idx="11" hasCustomPrompt="1"/>
          </p:nvPr>
        </p:nvSpPr>
        <p:spPr>
          <a:xfrm>
            <a:off x="974872" y="1148607"/>
            <a:ext cx="10940903" cy="504056"/>
          </a:xfrm>
          <a:prstGeom prst="rect">
            <a:avLst/>
          </a:prstGeom>
        </p:spPr>
        <p:txBody>
          <a:bodyPr/>
          <a:lstStyle>
            <a:lvl1pPr>
              <a:defRPr>
                <a:solidFill>
                  <a:schemeClr val="accent2"/>
                </a:solidFill>
              </a:defRPr>
            </a:lvl1pPr>
          </a:lstStyle>
          <a:p>
            <a:pPr lvl="0"/>
            <a:r>
              <a:rPr lang="en-US" dirty="0"/>
              <a:t>Click to edit Master subtitle styles</a:t>
            </a:r>
          </a:p>
        </p:txBody>
      </p:sp>
      <p:sp>
        <p:nvSpPr>
          <p:cNvPr id="17" name="Text Placeholder 16"/>
          <p:cNvSpPr>
            <a:spLocks noGrp="1"/>
          </p:cNvSpPr>
          <p:nvPr>
            <p:ph type="body" sz="quarter" idx="12" hasCustomPrompt="1"/>
          </p:nvPr>
        </p:nvSpPr>
        <p:spPr>
          <a:xfrm>
            <a:off x="0" y="48742"/>
            <a:ext cx="914400" cy="914400"/>
          </a:xfrm>
        </p:spPr>
        <p:txBody>
          <a:bodyPr anchor="ctr">
            <a:normAutofit/>
          </a:bodyPr>
          <a:lstStyle>
            <a:lvl1pPr marL="0" indent="0" algn="ctr" defTabSz="914400" rtl="0" eaLnBrk="1" latinLnBrk="0" hangingPunct="1">
              <a:lnSpc>
                <a:spcPct val="90000"/>
              </a:lnSpc>
              <a:spcBef>
                <a:spcPts val="1000"/>
              </a:spcBef>
              <a:buFont typeface="Arial" panose="020B0604020202020204" pitchFamily="34" charset="0"/>
              <a:buNone/>
              <a:defRPr lang="en-GB" sz="4000" kern="1200" dirty="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n-US" dirty="0"/>
              <a:t>#</a:t>
            </a:r>
            <a:endParaRPr lang="en-GB" dirty="0"/>
          </a:p>
        </p:txBody>
      </p:sp>
    </p:spTree>
    <p:extLst>
      <p:ext uri="{BB962C8B-B14F-4D97-AF65-F5344CB8AC3E}">
        <p14:creationId xmlns:p14="http://schemas.microsoft.com/office/powerpoint/2010/main" val="1305334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7418" name="think-cell Slide" r:id="rId4" imgW="270" imgH="270" progId="TCLayout.ActiveDocument.1">
                  <p:embed/>
                </p:oleObj>
              </mc:Choice>
              <mc:Fallback>
                <p:oleObj name="think-cell Slide" r:id="rId4" imgW="270" imgH="270" progId="TCLayout.ActiveDocument.1">
                  <p:embed/>
                  <p:pic>
                    <p:nvPicPr>
                      <p:cNvPr id="5" name="Object 4"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14322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Single Profile">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F5F5AEA1-6A77-4676-B8B3-EF658F5F8430}"/>
              </a:ext>
            </a:extLst>
          </p:cNvPr>
          <p:cNvSpPr/>
          <p:nvPr userDrawn="1"/>
        </p:nvSpPr>
        <p:spPr>
          <a:xfrm flipV="1">
            <a:off x="1" y="0"/>
            <a:ext cx="5204012" cy="3119718"/>
          </a:xfrm>
          <a:custGeom>
            <a:avLst/>
            <a:gdLst>
              <a:gd name="connsiteX0" fmla="*/ 2836724 w 6262141"/>
              <a:gd name="connsiteY0" fmla="*/ 775 h 4159686"/>
              <a:gd name="connsiteX1" fmla="*/ 3822188 w 6262141"/>
              <a:gd name="connsiteY1" fmla="*/ 22965 h 4159686"/>
              <a:gd name="connsiteX2" fmla="*/ 5982756 w 6262141"/>
              <a:gd name="connsiteY2" fmla="*/ 3706589 h 4159686"/>
              <a:gd name="connsiteX3" fmla="*/ 6262141 w 6262141"/>
              <a:gd name="connsiteY3" fmla="*/ 4159686 h 4159686"/>
              <a:gd name="connsiteX4" fmla="*/ 0 w 6262141"/>
              <a:gd name="connsiteY4" fmla="*/ 4159686 h 4159686"/>
              <a:gd name="connsiteX5" fmla="*/ 0 w 6262141"/>
              <a:gd name="connsiteY5" fmla="*/ 3700458 h 4159686"/>
              <a:gd name="connsiteX6" fmla="*/ 0 w 6262141"/>
              <a:gd name="connsiteY6" fmla="*/ 3329154 h 4159686"/>
              <a:gd name="connsiteX7" fmla="*/ 0 w 6262141"/>
              <a:gd name="connsiteY7" fmla="*/ 2944589 h 4159686"/>
              <a:gd name="connsiteX8" fmla="*/ 0 w 6262141"/>
              <a:gd name="connsiteY8" fmla="*/ 2546533 h 4159686"/>
              <a:gd name="connsiteX9" fmla="*/ 0 w 6262141"/>
              <a:gd name="connsiteY9" fmla="*/ 2134752 h 4159686"/>
              <a:gd name="connsiteX10" fmla="*/ 0 w 6262141"/>
              <a:gd name="connsiteY10" fmla="*/ 1709014 h 4159686"/>
              <a:gd name="connsiteX11" fmla="*/ 0 w 6262141"/>
              <a:gd name="connsiteY11" fmla="*/ 1269085 h 4159686"/>
              <a:gd name="connsiteX12" fmla="*/ 0 w 6262141"/>
              <a:gd name="connsiteY12" fmla="*/ 814735 h 4159686"/>
              <a:gd name="connsiteX13" fmla="*/ 0 w 6262141"/>
              <a:gd name="connsiteY13" fmla="*/ 345728 h 4159686"/>
              <a:gd name="connsiteX14" fmla="*/ 2836724 w 6262141"/>
              <a:gd name="connsiteY14" fmla="*/ 775 h 4159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262141" h="4159686">
                <a:moveTo>
                  <a:pt x="2836724" y="775"/>
                </a:moveTo>
                <a:cubicBezTo>
                  <a:pt x="3163345" y="-2587"/>
                  <a:pt x="3492318" y="5034"/>
                  <a:pt x="3822188" y="22965"/>
                </a:cubicBezTo>
                <a:cubicBezTo>
                  <a:pt x="4104550" y="1058496"/>
                  <a:pt x="5095168" y="2317803"/>
                  <a:pt x="5982756" y="3706589"/>
                </a:cubicBezTo>
                <a:lnTo>
                  <a:pt x="6262141" y="4159686"/>
                </a:lnTo>
                <a:lnTo>
                  <a:pt x="0" y="4159686"/>
                </a:lnTo>
                <a:lnTo>
                  <a:pt x="0" y="3700458"/>
                </a:lnTo>
                <a:lnTo>
                  <a:pt x="0" y="3329154"/>
                </a:lnTo>
                <a:lnTo>
                  <a:pt x="0" y="2944589"/>
                </a:lnTo>
                <a:lnTo>
                  <a:pt x="0" y="2546533"/>
                </a:lnTo>
                <a:lnTo>
                  <a:pt x="0" y="2134752"/>
                </a:lnTo>
                <a:lnTo>
                  <a:pt x="0" y="1709014"/>
                </a:lnTo>
                <a:lnTo>
                  <a:pt x="0" y="1269085"/>
                </a:lnTo>
                <a:lnTo>
                  <a:pt x="0" y="814735"/>
                </a:lnTo>
                <a:lnTo>
                  <a:pt x="0" y="345728"/>
                </a:lnTo>
                <a:cubicBezTo>
                  <a:pt x="898178" y="119794"/>
                  <a:pt x="1856863" y="10862"/>
                  <a:pt x="2836724" y="775"/>
                </a:cubicBezTo>
                <a:close/>
              </a:path>
            </a:pathLst>
          </a:custGeom>
          <a:solidFill>
            <a:srgbClr val="12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dirty="0"/>
          </a:p>
        </p:txBody>
      </p:sp>
      <p:sp>
        <p:nvSpPr>
          <p:cNvPr id="26" name="Text Placeholder 4">
            <a:extLst>
              <a:ext uri="{FF2B5EF4-FFF2-40B4-BE49-F238E27FC236}">
                <a16:creationId xmlns:a16="http://schemas.microsoft.com/office/drawing/2014/main" id="{7E551D69-F21D-4601-B4BD-97ECB52F39D6}"/>
              </a:ext>
            </a:extLst>
          </p:cNvPr>
          <p:cNvSpPr>
            <a:spLocks noGrp="1"/>
          </p:cNvSpPr>
          <p:nvPr>
            <p:ph type="body" sz="quarter" idx="14" hasCustomPrompt="1"/>
          </p:nvPr>
        </p:nvSpPr>
        <p:spPr>
          <a:xfrm>
            <a:off x="783129" y="5278426"/>
            <a:ext cx="3296647" cy="331986"/>
          </a:xfrm>
          <a:prstGeom prst="rect">
            <a:avLst/>
          </a:prstGeom>
          <a:noFill/>
        </p:spPr>
        <p:txBody>
          <a:bodyPr anchor="ctr">
            <a:noAutofit/>
          </a:bodyPr>
          <a:lstStyle>
            <a:lvl1pPr algn="l">
              <a:defRPr sz="1600" b="1">
                <a:solidFill>
                  <a:schemeClr val="accent2"/>
                </a:solidFill>
              </a:defRPr>
            </a:lvl1pPr>
            <a:lvl2pPr>
              <a:defRPr sz="1400"/>
            </a:lvl2pPr>
            <a:lvl3pPr>
              <a:defRPr sz="1200"/>
            </a:lvl3pPr>
            <a:lvl4pPr>
              <a:defRPr sz="1100"/>
            </a:lvl4pPr>
            <a:lvl5pPr>
              <a:defRPr sz="1100"/>
            </a:lvl5pPr>
          </a:lstStyle>
          <a:p>
            <a:pPr lvl="0"/>
            <a:r>
              <a:rPr lang="en-US" dirty="0"/>
              <a:t>Insert education </a:t>
            </a:r>
          </a:p>
        </p:txBody>
      </p:sp>
      <p:sp>
        <p:nvSpPr>
          <p:cNvPr id="23" name="Text Placeholder 4">
            <a:extLst>
              <a:ext uri="{FF2B5EF4-FFF2-40B4-BE49-F238E27FC236}">
                <a16:creationId xmlns:a16="http://schemas.microsoft.com/office/drawing/2014/main" id="{BC359575-5CC3-4B2F-91E7-19D6A150BE7B}"/>
              </a:ext>
            </a:extLst>
          </p:cNvPr>
          <p:cNvSpPr>
            <a:spLocks noGrp="1"/>
          </p:cNvSpPr>
          <p:nvPr>
            <p:ph type="body" sz="quarter" idx="13" hasCustomPrompt="1"/>
          </p:nvPr>
        </p:nvSpPr>
        <p:spPr>
          <a:xfrm>
            <a:off x="783129" y="3916350"/>
            <a:ext cx="3296647" cy="412363"/>
          </a:xfrm>
          <a:prstGeom prst="rect">
            <a:avLst/>
          </a:prstGeom>
          <a:noFill/>
        </p:spPr>
        <p:txBody>
          <a:bodyPr anchor="ctr">
            <a:noAutofit/>
          </a:bodyPr>
          <a:lstStyle>
            <a:lvl1pPr algn="l">
              <a:defRPr sz="2000" b="1">
                <a:solidFill>
                  <a:schemeClr val="accent2"/>
                </a:solidFill>
              </a:defRPr>
            </a:lvl1pPr>
            <a:lvl2pPr>
              <a:defRPr sz="1400"/>
            </a:lvl2pPr>
            <a:lvl3pPr>
              <a:defRPr sz="1200"/>
            </a:lvl3pPr>
            <a:lvl4pPr>
              <a:defRPr sz="1100"/>
            </a:lvl4pPr>
            <a:lvl5pPr>
              <a:defRPr sz="1100"/>
            </a:lvl5pPr>
          </a:lstStyle>
          <a:p>
            <a:pPr lvl="0"/>
            <a:r>
              <a:rPr lang="en-US" dirty="0"/>
              <a:t>Insert Name</a:t>
            </a:r>
          </a:p>
        </p:txBody>
      </p:sp>
      <p:sp>
        <p:nvSpPr>
          <p:cNvPr id="24" name="Text Placeholder 7">
            <a:extLst>
              <a:ext uri="{FF2B5EF4-FFF2-40B4-BE49-F238E27FC236}">
                <a16:creationId xmlns:a16="http://schemas.microsoft.com/office/drawing/2014/main" id="{53745724-67BB-4475-9660-FEEE12268615}"/>
              </a:ext>
            </a:extLst>
          </p:cNvPr>
          <p:cNvSpPr>
            <a:spLocks noGrp="1"/>
          </p:cNvSpPr>
          <p:nvPr>
            <p:ph type="body" sz="quarter" idx="10" hasCustomPrompt="1"/>
          </p:nvPr>
        </p:nvSpPr>
        <p:spPr>
          <a:xfrm>
            <a:off x="782081" y="4344097"/>
            <a:ext cx="3304144" cy="894840"/>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27" name="Text Placeholder 7">
            <a:extLst>
              <a:ext uri="{FF2B5EF4-FFF2-40B4-BE49-F238E27FC236}">
                <a16:creationId xmlns:a16="http://schemas.microsoft.com/office/drawing/2014/main" id="{C78431F2-3F85-4748-A6BC-A08250A6D354}"/>
              </a:ext>
            </a:extLst>
          </p:cNvPr>
          <p:cNvSpPr>
            <a:spLocks noGrp="1"/>
          </p:cNvSpPr>
          <p:nvPr>
            <p:ph type="body" sz="quarter" idx="15" hasCustomPrompt="1"/>
          </p:nvPr>
        </p:nvSpPr>
        <p:spPr>
          <a:xfrm>
            <a:off x="782081" y="5601397"/>
            <a:ext cx="3297695" cy="713864"/>
          </a:xfrm>
          <a:prstGeom prst="rect">
            <a:avLst/>
          </a:prstGeom>
        </p:spPr>
        <p:txBody>
          <a:bodyPr>
            <a:noAutofit/>
          </a:bodyPr>
          <a:lstStyle>
            <a:lvl1pPr>
              <a:lnSpc>
                <a:spcPct val="100000"/>
              </a:lnSpc>
              <a:defRPr sz="1400">
                <a:solidFill>
                  <a:schemeClr val="tx1"/>
                </a:solidFill>
              </a:defRPr>
            </a:lvl1pPr>
            <a:lvl2pPr>
              <a:lnSpc>
                <a:spcPct val="100000"/>
              </a:lnSpc>
              <a:defRPr sz="1400"/>
            </a:lvl2pPr>
            <a:lvl3pPr>
              <a:lnSpc>
                <a:spcPct val="100000"/>
              </a:lnSpc>
              <a:defRPr sz="1400"/>
            </a:lvl3pPr>
            <a:lvl4pPr>
              <a:lnSpc>
                <a:spcPct val="100000"/>
              </a:lnSpc>
              <a:defRPr sz="1400"/>
            </a:lvl4pPr>
            <a:lvl5pPr>
              <a:lnSpc>
                <a:spcPct val="100000"/>
              </a:lnSpc>
              <a:defRPr sz="1400"/>
            </a:lvl5pPr>
          </a:lstStyle>
          <a:p>
            <a:pPr lvl="0"/>
            <a:r>
              <a:rPr lang="en-US" dirty="0"/>
              <a:t>Insert text</a:t>
            </a:r>
          </a:p>
        </p:txBody>
      </p:sp>
      <p:sp>
        <p:nvSpPr>
          <p:cNvPr id="13" name="Oval 20">
            <a:extLst>
              <a:ext uri="{FF2B5EF4-FFF2-40B4-BE49-F238E27FC236}">
                <a16:creationId xmlns:a16="http://schemas.microsoft.com/office/drawing/2014/main" id="{1EFB3510-D39A-47CF-8191-109DDF9E53D5}"/>
              </a:ext>
            </a:extLst>
          </p:cNvPr>
          <p:cNvSpPr/>
          <p:nvPr userDrawn="1"/>
        </p:nvSpPr>
        <p:spPr>
          <a:xfrm>
            <a:off x="1381192" y="1147034"/>
            <a:ext cx="2609222" cy="2465696"/>
          </a:xfrm>
          <a:custGeom>
            <a:avLst/>
            <a:gdLst>
              <a:gd name="connsiteX0" fmla="*/ 0 w 3314251"/>
              <a:gd name="connsiteY0" fmla="*/ 1564410 h 3128820"/>
              <a:gd name="connsiteX1" fmla="*/ 1657126 w 3314251"/>
              <a:gd name="connsiteY1" fmla="*/ 0 h 3128820"/>
              <a:gd name="connsiteX2" fmla="*/ 3314252 w 3314251"/>
              <a:gd name="connsiteY2" fmla="*/ 1564410 h 3128820"/>
              <a:gd name="connsiteX3" fmla="*/ 1657126 w 3314251"/>
              <a:gd name="connsiteY3" fmla="*/ 3128820 h 3128820"/>
              <a:gd name="connsiteX4" fmla="*/ 0 w 3314251"/>
              <a:gd name="connsiteY4" fmla="*/ 1564410 h 3128820"/>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5821 h 3130231"/>
              <a:gd name="connsiteX1" fmla="*/ 1657126 w 3314252"/>
              <a:gd name="connsiteY1" fmla="*/ 1411 h 3130231"/>
              <a:gd name="connsiteX2" fmla="*/ 3314252 w 3314252"/>
              <a:gd name="connsiteY2" fmla="*/ 1565821 h 3130231"/>
              <a:gd name="connsiteX3" fmla="*/ 1657126 w 3314252"/>
              <a:gd name="connsiteY3" fmla="*/ 3130231 h 3130231"/>
              <a:gd name="connsiteX4" fmla="*/ 0 w 3314252"/>
              <a:gd name="connsiteY4" fmla="*/ 1565821 h 3130231"/>
              <a:gd name="connsiteX0" fmla="*/ 0 w 3314252"/>
              <a:gd name="connsiteY0" fmla="*/ 1567937 h 3132347"/>
              <a:gd name="connsiteX1" fmla="*/ 1657126 w 3314252"/>
              <a:gd name="connsiteY1" fmla="*/ 3527 h 3132347"/>
              <a:gd name="connsiteX2" fmla="*/ 3314252 w 3314252"/>
              <a:gd name="connsiteY2" fmla="*/ 1567937 h 3132347"/>
              <a:gd name="connsiteX3" fmla="*/ 1657126 w 3314252"/>
              <a:gd name="connsiteY3" fmla="*/ 3132347 h 3132347"/>
              <a:gd name="connsiteX4" fmla="*/ 0 w 3314252"/>
              <a:gd name="connsiteY4" fmla="*/ 1567937 h 3132347"/>
              <a:gd name="connsiteX0" fmla="*/ 0 w 3314252"/>
              <a:gd name="connsiteY0" fmla="*/ 1564505 h 3128915"/>
              <a:gd name="connsiteX1" fmla="*/ 1657126 w 3314252"/>
              <a:gd name="connsiteY1" fmla="*/ 95 h 3128915"/>
              <a:gd name="connsiteX2" fmla="*/ 3314252 w 3314252"/>
              <a:gd name="connsiteY2" fmla="*/ 1564505 h 3128915"/>
              <a:gd name="connsiteX3" fmla="*/ 1657126 w 3314252"/>
              <a:gd name="connsiteY3" fmla="*/ 3128915 h 3128915"/>
              <a:gd name="connsiteX4" fmla="*/ 0 w 3314252"/>
              <a:gd name="connsiteY4" fmla="*/ 1564505 h 3128915"/>
              <a:gd name="connsiteX0" fmla="*/ 0 w 3314252"/>
              <a:gd name="connsiteY0" fmla="*/ 1565503 h 3129913"/>
              <a:gd name="connsiteX1" fmla="*/ 1657126 w 3314252"/>
              <a:gd name="connsiteY1" fmla="*/ 1093 h 3129913"/>
              <a:gd name="connsiteX2" fmla="*/ 3314252 w 3314252"/>
              <a:gd name="connsiteY2" fmla="*/ 1565503 h 3129913"/>
              <a:gd name="connsiteX3" fmla="*/ 1657126 w 3314252"/>
              <a:gd name="connsiteY3" fmla="*/ 3129913 h 3129913"/>
              <a:gd name="connsiteX4" fmla="*/ 0 w 3314252"/>
              <a:gd name="connsiteY4" fmla="*/ 1565503 h 3129913"/>
              <a:gd name="connsiteX0" fmla="*/ 0 w 3314252"/>
              <a:gd name="connsiteY0" fmla="*/ 1564410 h 3128820"/>
              <a:gd name="connsiteX1" fmla="*/ 1657126 w 3314252"/>
              <a:gd name="connsiteY1" fmla="*/ 0 h 3128820"/>
              <a:gd name="connsiteX2" fmla="*/ 3314252 w 3314252"/>
              <a:gd name="connsiteY2" fmla="*/ 1564410 h 3128820"/>
              <a:gd name="connsiteX3" fmla="*/ 1657126 w 3314252"/>
              <a:gd name="connsiteY3" fmla="*/ 3128820 h 3128820"/>
              <a:gd name="connsiteX4" fmla="*/ 0 w 3314252"/>
              <a:gd name="connsiteY4" fmla="*/ 1564410 h 3128820"/>
              <a:gd name="connsiteX0" fmla="*/ 0 w 3314252"/>
              <a:gd name="connsiteY0" fmla="*/ 1564433 h 3128843"/>
              <a:gd name="connsiteX1" fmla="*/ 1657126 w 3314252"/>
              <a:gd name="connsiteY1" fmla="*/ 23 h 3128843"/>
              <a:gd name="connsiteX2" fmla="*/ 3314252 w 3314252"/>
              <a:gd name="connsiteY2" fmla="*/ 1564433 h 3128843"/>
              <a:gd name="connsiteX3" fmla="*/ 1657126 w 3314252"/>
              <a:gd name="connsiteY3" fmla="*/ 3128843 h 3128843"/>
              <a:gd name="connsiteX4" fmla="*/ 0 w 3314252"/>
              <a:gd name="connsiteY4" fmla="*/ 1564433 h 3128843"/>
              <a:gd name="connsiteX0" fmla="*/ 0 w 3314252"/>
              <a:gd name="connsiteY0" fmla="*/ 1564433 h 3129053"/>
              <a:gd name="connsiteX1" fmla="*/ 1657126 w 3314252"/>
              <a:gd name="connsiteY1" fmla="*/ 23 h 3129053"/>
              <a:gd name="connsiteX2" fmla="*/ 3314252 w 3314252"/>
              <a:gd name="connsiteY2" fmla="*/ 1564433 h 3129053"/>
              <a:gd name="connsiteX3" fmla="*/ 1657126 w 3314252"/>
              <a:gd name="connsiteY3" fmla="*/ 3128843 h 3129053"/>
              <a:gd name="connsiteX4" fmla="*/ 0 w 3314252"/>
              <a:gd name="connsiteY4" fmla="*/ 1564433 h 3129053"/>
              <a:gd name="connsiteX0" fmla="*/ 0 w 3314252"/>
              <a:gd name="connsiteY0" fmla="*/ 1564433 h 3131880"/>
              <a:gd name="connsiteX1" fmla="*/ 1657126 w 3314252"/>
              <a:gd name="connsiteY1" fmla="*/ 23 h 3131880"/>
              <a:gd name="connsiteX2" fmla="*/ 3314252 w 3314252"/>
              <a:gd name="connsiteY2" fmla="*/ 1564433 h 3131880"/>
              <a:gd name="connsiteX3" fmla="*/ 1657126 w 3314252"/>
              <a:gd name="connsiteY3" fmla="*/ 3128843 h 3131880"/>
              <a:gd name="connsiteX4" fmla="*/ 0 w 3314252"/>
              <a:gd name="connsiteY4" fmla="*/ 1564433 h 3131880"/>
              <a:gd name="connsiteX0" fmla="*/ 0 w 3314252"/>
              <a:gd name="connsiteY0" fmla="*/ 1564433 h 3131423"/>
              <a:gd name="connsiteX1" fmla="*/ 1657126 w 3314252"/>
              <a:gd name="connsiteY1" fmla="*/ 23 h 3131423"/>
              <a:gd name="connsiteX2" fmla="*/ 3314252 w 3314252"/>
              <a:gd name="connsiteY2" fmla="*/ 1564433 h 3131423"/>
              <a:gd name="connsiteX3" fmla="*/ 1657126 w 3314252"/>
              <a:gd name="connsiteY3" fmla="*/ 3128843 h 3131423"/>
              <a:gd name="connsiteX4" fmla="*/ 0 w 3314252"/>
              <a:gd name="connsiteY4" fmla="*/ 1564433 h 3131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4252" h="3131423">
                <a:moveTo>
                  <a:pt x="0" y="1564433"/>
                </a:moveTo>
                <a:cubicBezTo>
                  <a:pt x="0" y="700433"/>
                  <a:pt x="775256" y="19074"/>
                  <a:pt x="1657126" y="23"/>
                </a:cubicBezTo>
                <a:cubicBezTo>
                  <a:pt x="2639009" y="-4740"/>
                  <a:pt x="3314252" y="700433"/>
                  <a:pt x="3314252" y="1564433"/>
                </a:cubicBezTo>
                <a:cubicBezTo>
                  <a:pt x="3314252" y="2428433"/>
                  <a:pt x="2367543" y="3071694"/>
                  <a:pt x="1657126" y="3128843"/>
                </a:cubicBezTo>
                <a:cubicBezTo>
                  <a:pt x="665721" y="3181230"/>
                  <a:pt x="0" y="2428433"/>
                  <a:pt x="0" y="1564433"/>
                </a:cubicBezTo>
                <a:close/>
              </a:path>
            </a:pathLst>
          </a:custGeom>
          <a:solidFill>
            <a:srgbClr val="95E61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PT"/>
          </a:p>
        </p:txBody>
      </p:sp>
    </p:spTree>
    <p:extLst>
      <p:ext uri="{BB962C8B-B14F-4D97-AF65-F5344CB8AC3E}">
        <p14:creationId xmlns:p14="http://schemas.microsoft.com/office/powerpoint/2010/main" val="33030721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dirty="0">
                <a:solidFill>
                  <a:schemeClr val="bg1"/>
                </a:solidFill>
                <a:latin typeface="+mn-lt"/>
                <a:cs typeface="Arial"/>
              </a:rPr>
              <a:t>This message contains information that may be privileged or confidential and is the property of the Capgemini Group.</a:t>
            </a:r>
            <a:br>
              <a:rPr lang="en-US" sz="800" noProof="0" dirty="0">
                <a:solidFill>
                  <a:schemeClr val="bg1"/>
                </a:solidFill>
                <a:latin typeface="+mn-lt"/>
                <a:cs typeface="Arial"/>
              </a:rPr>
            </a:br>
            <a:r>
              <a:rPr lang="en-US" sz="800" noProof="0" dirty="0">
                <a:solidFill>
                  <a:schemeClr val="bg1"/>
                </a:solidFill>
                <a:latin typeface="Arial"/>
                <a:cs typeface="Arial"/>
              </a:rPr>
              <a:t>Copyright © 2019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dirty="0">
                <a:solidFill>
                  <a:schemeClr val="bg1"/>
                </a:solidFill>
                <a:latin typeface="Arial"/>
                <a:cs typeface="Arial"/>
              </a:rPr>
              <a:t>Rightshore</a:t>
            </a:r>
            <a:r>
              <a:rPr lang="en-US" sz="800" baseline="30000" noProof="0" dirty="0">
                <a:solidFill>
                  <a:schemeClr val="bg1"/>
                </a:solidFill>
                <a:latin typeface="Arial"/>
                <a:cs typeface="Arial"/>
              </a:rPr>
              <a:t>®</a:t>
            </a:r>
            <a:r>
              <a:rPr lang="en-US" sz="800" noProof="0" dirty="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dirty="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pic>
        <p:nvPicPr>
          <p:cNvPr id="29" name="Picture 28"/>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
        <p:nvSpPr>
          <p:cNvPr id="22" name="Rectangle 21">
            <a:extLst>
              <a:ext uri="{FF2B5EF4-FFF2-40B4-BE49-F238E27FC236}">
                <a16:creationId xmlns:a16="http://schemas.microsoft.com/office/drawing/2014/main" id="{E8908264-69B6-46C3-BC5E-E71F4E6DCBC3}"/>
              </a:ext>
            </a:extLst>
          </p:cNvPr>
          <p:cNvSpPr/>
          <p:nvPr userDrawn="1"/>
        </p:nvSpPr>
        <p:spPr>
          <a:xfrm>
            <a:off x="6536184" y="2886346"/>
            <a:ext cx="5247829"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kern="1200" dirty="0">
                <a:solidFill>
                  <a:schemeClr val="tx1"/>
                </a:solidFill>
                <a:effectLst/>
                <a:latin typeface="+mn-lt"/>
                <a:ea typeface="+mn-ea"/>
                <a:cs typeface="+mn-cs"/>
              </a:rPr>
              <a:t>A global leader in consulting, technology services and digital transformation, Capgemini is at the forefront of innovation to address the entire breadth of clients’ opportunities in the evolving world of cloud, digital and platforms. </a:t>
            </a:r>
            <a:r>
              <a:rPr lang="en-GB" sz="900" kern="1200" dirty="0">
                <a:solidFill>
                  <a:schemeClr val="tx1"/>
                </a:solidFill>
                <a:effectLst/>
                <a:latin typeface="+mn-lt"/>
                <a:ea typeface="+mn-ea"/>
                <a:cs typeface="+mn-cs"/>
              </a:rPr>
              <a:t>Building on its strong 50-year heritage and deep industry-specific expertise, Capgemini enables organizations to realize their business ambitions through an array of services </a:t>
            </a:r>
            <a:r>
              <a:rPr lang="en-US" sz="900" kern="1200" dirty="0">
                <a:solidFill>
                  <a:schemeClr val="tx1"/>
                </a:solidFill>
                <a:effectLst/>
                <a:latin typeface="+mn-lt"/>
                <a:ea typeface="+mn-ea"/>
                <a:cs typeface="+mn-cs"/>
              </a:rPr>
              <a:t>from strategy to operations. Capgemini is driven by the conviction that the business value of technology comes from and through people. It is a multicultural company of 200,000 team members in over 40 countries. The Group reported 2018 global revenues of EUR 13.2 billion.</a:t>
            </a:r>
          </a:p>
        </p:txBody>
      </p:sp>
      <p:sp>
        <p:nvSpPr>
          <p:cNvPr id="28" name="Rectangle 27">
            <a:extLst>
              <a:ext uri="{FF2B5EF4-FFF2-40B4-BE49-F238E27FC236}">
                <a16:creationId xmlns:a16="http://schemas.microsoft.com/office/drawing/2014/main" id="{F4BD3913-98BD-4928-8844-07710E664913}"/>
              </a:ext>
            </a:extLst>
          </p:cNvPr>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dirty="0">
                <a:solidFill>
                  <a:schemeClr val="accent1"/>
                </a:solidFill>
              </a:rPr>
              <a:t>About Capgemini</a:t>
            </a:r>
          </a:p>
        </p:txBody>
      </p:sp>
      <p:sp>
        <p:nvSpPr>
          <p:cNvPr id="30" name="Rectangle 29">
            <a:hlinkClick r:id="rId13"/>
            <a:extLst>
              <a:ext uri="{FF2B5EF4-FFF2-40B4-BE49-F238E27FC236}">
                <a16:creationId xmlns:a16="http://schemas.microsoft.com/office/drawing/2014/main" id="{C02D1075-18AF-446B-8E8B-8F7A7B83644F}"/>
              </a:ext>
            </a:extLst>
          </p:cNvPr>
          <p:cNvSpPr/>
          <p:nvPr userDrawn="1"/>
        </p:nvSpPr>
        <p:spPr>
          <a:xfrm>
            <a:off x="6536184" y="436790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lnSpc>
                <a:spcPts val="1400"/>
              </a:lnSpc>
              <a:spcAft>
                <a:spcPts val="600"/>
              </a:spcAft>
            </a:pPr>
            <a:r>
              <a:rPr lang="en-US" sz="900" dirty="0">
                <a:solidFill>
                  <a:schemeClr val="tx1"/>
                </a:solidFill>
              </a:rPr>
              <a:t>Learn more about us at</a:t>
            </a:r>
            <a:br>
              <a:rPr lang="en-US" sz="900" dirty="0">
                <a:solidFill>
                  <a:schemeClr val="tx1"/>
                </a:solidFill>
              </a:rPr>
            </a:br>
            <a:r>
              <a:rPr lang="en-US" sz="1400" dirty="0">
                <a:solidFill>
                  <a:schemeClr val="accent2"/>
                </a:solidFill>
              </a:rPr>
              <a:t>www.capgemini.com </a:t>
            </a:r>
          </a:p>
        </p:txBody>
      </p:sp>
    </p:spTree>
    <p:extLst>
      <p:ext uri="{BB962C8B-B14F-4D97-AF65-F5344CB8AC3E}">
        <p14:creationId xmlns:p14="http://schemas.microsoft.com/office/powerpoint/2010/main" val="8238605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2"/>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8442" name="think-cell Slide" r:id="rId4" imgW="270" imgH="270" progId="TCLayout.ActiveDocument.1">
                  <p:embed/>
                </p:oleObj>
              </mc:Choice>
              <mc:Fallback>
                <p:oleObj name="think-cell Slide" r:id="rId4" imgW="270" imgH="270" progId="TCLayout.ActiveDocument.1">
                  <p:embed/>
                  <p:pic>
                    <p:nvPicPr>
                      <p:cNvPr id="9" name="Object 8"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72499700"/>
      </p:ext>
    </p:extLst>
  </p:cSld>
  <p:clrMapOvr>
    <a:masterClrMapping/>
  </p:clrMapOvr>
  <p:extLst>
    <p:ext uri="{DCECCB84-F9BA-43D5-87BE-67443E8EF086}">
      <p15:sldGuideLst xmlns:p15="http://schemas.microsoft.com/office/powerpoint/2012/main">
        <p15:guide id="1" orient="horz" pos="3339">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OnePager Template 2017 NL">
    <p:spTree>
      <p:nvGrpSpPr>
        <p:cNvPr id="1" name=""/>
        <p:cNvGrpSpPr/>
        <p:nvPr/>
      </p:nvGrpSpPr>
      <p:grpSpPr>
        <a:xfrm>
          <a:off x="0" y="0"/>
          <a:ext cx="0" cy="0"/>
          <a:chOff x="0" y="0"/>
          <a:chExt cx="0" cy="0"/>
        </a:xfrm>
      </p:grpSpPr>
      <p:pic>
        <p:nvPicPr>
          <p:cNvPr id="11" name="Picture 3">
            <a:extLst>
              <a:ext uri="{FF2B5EF4-FFF2-40B4-BE49-F238E27FC236}">
                <a16:creationId xmlns:a16="http://schemas.microsoft.com/office/drawing/2014/main" id="{9D2BDE31-324A-48D9-B4FF-035BEA6587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70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a:extLst>
              <a:ext uri="{FF2B5EF4-FFF2-40B4-BE49-F238E27FC236}">
                <a16:creationId xmlns:a16="http://schemas.microsoft.com/office/drawing/2014/main" id="{E3CEDC4D-033D-4D91-8567-3DB7DAE7163D}"/>
              </a:ext>
            </a:extLst>
          </p:cNvPr>
          <p:cNvSpPr txBox="1">
            <a:spLocks noChangeArrowheads="1"/>
          </p:cNvSpPr>
          <p:nvPr userDrawn="1"/>
        </p:nvSpPr>
        <p:spPr bwMode="auto">
          <a:xfrm>
            <a:off x="626268" y="2469484"/>
            <a:ext cx="1392238" cy="276225"/>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Strengths</a:t>
            </a:r>
          </a:p>
        </p:txBody>
      </p:sp>
      <p:sp>
        <p:nvSpPr>
          <p:cNvPr id="13" name="TextBox 12">
            <a:extLst>
              <a:ext uri="{FF2B5EF4-FFF2-40B4-BE49-F238E27FC236}">
                <a16:creationId xmlns:a16="http://schemas.microsoft.com/office/drawing/2014/main" id="{D339581F-401A-4397-A921-4BD17DB75784}"/>
              </a:ext>
            </a:extLst>
          </p:cNvPr>
          <p:cNvSpPr txBox="1">
            <a:spLocks noChangeArrowheads="1"/>
          </p:cNvSpPr>
          <p:nvPr userDrawn="1"/>
        </p:nvSpPr>
        <p:spPr bwMode="auto">
          <a:xfrm>
            <a:off x="5157789" y="2538372"/>
            <a:ext cx="1876425" cy="277813"/>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dirty="0">
                <a:solidFill>
                  <a:srgbClr val="0070AD"/>
                </a:solidFill>
              </a:rPr>
              <a:t>Achievement </a:t>
            </a:r>
          </a:p>
        </p:txBody>
      </p:sp>
      <p:sp>
        <p:nvSpPr>
          <p:cNvPr id="14" name="TextBox 13">
            <a:extLst>
              <a:ext uri="{FF2B5EF4-FFF2-40B4-BE49-F238E27FC236}">
                <a16:creationId xmlns:a16="http://schemas.microsoft.com/office/drawing/2014/main" id="{F4598366-533C-437A-8E31-70591EDA43AA}"/>
              </a:ext>
            </a:extLst>
          </p:cNvPr>
          <p:cNvSpPr txBox="1">
            <a:spLocks noChangeArrowheads="1"/>
          </p:cNvSpPr>
          <p:nvPr userDrawn="1"/>
        </p:nvSpPr>
        <p:spPr bwMode="auto">
          <a:xfrm>
            <a:off x="9366250" y="320675"/>
            <a:ext cx="2779713" cy="276225"/>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fontAlgn="base">
              <a:spcBef>
                <a:spcPct val="0"/>
              </a:spcBef>
              <a:spcAft>
                <a:spcPct val="0"/>
              </a:spcAft>
              <a:defRPr>
                <a:solidFill>
                  <a:schemeClr val="tx1"/>
                </a:solidFill>
                <a:latin typeface="Verdana" panose="020B0604030504040204" pitchFamily="34" charset="0"/>
              </a:defRPr>
            </a:lvl6pPr>
            <a:lvl7pPr marL="2971800" indent="-228600" fontAlgn="base">
              <a:spcBef>
                <a:spcPct val="0"/>
              </a:spcBef>
              <a:spcAft>
                <a:spcPct val="0"/>
              </a:spcAft>
              <a:defRPr>
                <a:solidFill>
                  <a:schemeClr val="tx1"/>
                </a:solidFill>
                <a:latin typeface="Verdana" panose="020B0604030504040204" pitchFamily="34" charset="0"/>
              </a:defRPr>
            </a:lvl7pPr>
            <a:lvl8pPr marL="3429000" indent="-228600" fontAlgn="base">
              <a:spcBef>
                <a:spcPct val="0"/>
              </a:spcBef>
              <a:spcAft>
                <a:spcPct val="0"/>
              </a:spcAft>
              <a:defRPr>
                <a:solidFill>
                  <a:schemeClr val="tx1"/>
                </a:solidFill>
                <a:latin typeface="Verdana" panose="020B0604030504040204" pitchFamily="34" charset="0"/>
              </a:defRPr>
            </a:lvl8pPr>
            <a:lvl9pPr marL="3886200" indent="-228600" fontAlgn="base">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200" b="1">
                <a:solidFill>
                  <a:srgbClr val="0070AD"/>
                </a:solidFill>
              </a:rPr>
              <a:t>Education and certificates</a:t>
            </a:r>
          </a:p>
        </p:txBody>
      </p:sp>
      <p:grpSp>
        <p:nvGrpSpPr>
          <p:cNvPr id="15" name="Group 2">
            <a:extLst>
              <a:ext uri="{FF2B5EF4-FFF2-40B4-BE49-F238E27FC236}">
                <a16:creationId xmlns:a16="http://schemas.microsoft.com/office/drawing/2014/main" id="{238FAB7E-E38F-4E04-AA07-A553E5EC0500}"/>
              </a:ext>
            </a:extLst>
          </p:cNvPr>
          <p:cNvGrpSpPr>
            <a:grpSpLocks/>
          </p:cNvGrpSpPr>
          <p:nvPr userDrawn="1"/>
        </p:nvGrpSpPr>
        <p:grpSpPr bwMode="auto">
          <a:xfrm>
            <a:off x="2349500" y="1057275"/>
            <a:ext cx="1566863" cy="1108075"/>
            <a:chOff x="2384425" y="1239838"/>
            <a:chExt cx="1143000" cy="898525"/>
          </a:xfrm>
        </p:grpSpPr>
        <p:sp>
          <p:nvSpPr>
            <p:cNvPr id="17" name="TextBox 11">
              <a:extLst>
                <a:ext uri="{FF2B5EF4-FFF2-40B4-BE49-F238E27FC236}">
                  <a16:creationId xmlns:a16="http://schemas.microsoft.com/office/drawing/2014/main" id="{F1A16182-C8A0-42B8-9931-C972244781EE}"/>
                </a:ext>
              </a:extLst>
            </p:cNvPr>
            <p:cNvSpPr txBox="1">
              <a:spLocks noChangeArrowheads="1"/>
            </p:cNvSpPr>
            <p:nvPr/>
          </p:nvSpPr>
          <p:spPr bwMode="white">
            <a:xfrm>
              <a:off x="2385583" y="1429069"/>
              <a:ext cx="1141842" cy="429953"/>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Base Location:</a:t>
              </a:r>
            </a:p>
          </p:txBody>
        </p:sp>
        <p:sp>
          <p:nvSpPr>
            <p:cNvPr id="18" name="TextBox 12">
              <a:extLst>
                <a:ext uri="{FF2B5EF4-FFF2-40B4-BE49-F238E27FC236}">
                  <a16:creationId xmlns:a16="http://schemas.microsoft.com/office/drawing/2014/main" id="{7CFAE8E2-AB5D-4CF9-8115-B93DB764BCD5}"/>
                </a:ext>
              </a:extLst>
            </p:cNvPr>
            <p:cNvSpPr txBox="1">
              <a:spLocks noChangeArrowheads="1"/>
            </p:cNvSpPr>
            <p:nvPr/>
          </p:nvSpPr>
          <p:spPr bwMode="white">
            <a:xfrm>
              <a:off x="2385583" y="1628598"/>
              <a:ext cx="1141842" cy="212402"/>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Email ID:</a:t>
              </a:r>
            </a:p>
          </p:txBody>
        </p:sp>
        <p:sp>
          <p:nvSpPr>
            <p:cNvPr id="19" name="TextBox 13">
              <a:extLst>
                <a:ext uri="{FF2B5EF4-FFF2-40B4-BE49-F238E27FC236}">
                  <a16:creationId xmlns:a16="http://schemas.microsoft.com/office/drawing/2014/main" id="{6279758B-4941-4EC1-BBBA-6F16A5431D5E}"/>
                </a:ext>
              </a:extLst>
            </p:cNvPr>
            <p:cNvSpPr txBox="1">
              <a:spLocks noChangeArrowheads="1"/>
            </p:cNvSpPr>
            <p:nvPr/>
          </p:nvSpPr>
          <p:spPr bwMode="white">
            <a:xfrm>
              <a:off x="2385583" y="1820404"/>
              <a:ext cx="1141842" cy="212402"/>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Mobile No:</a:t>
              </a:r>
            </a:p>
          </p:txBody>
        </p:sp>
        <p:sp>
          <p:nvSpPr>
            <p:cNvPr id="20" name="Rectangle 19">
              <a:extLst>
                <a:ext uri="{FF2B5EF4-FFF2-40B4-BE49-F238E27FC236}">
                  <a16:creationId xmlns:a16="http://schemas.microsoft.com/office/drawing/2014/main" id="{0FF096E5-D044-4527-937A-B258AF65D442}"/>
                </a:ext>
              </a:extLst>
            </p:cNvPr>
            <p:cNvSpPr/>
            <p:nvPr/>
          </p:nvSpPr>
          <p:spPr bwMode="white">
            <a:xfrm>
              <a:off x="2384425" y="1239838"/>
              <a:ext cx="1104784" cy="8985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grpSp>
      <p:sp>
        <p:nvSpPr>
          <p:cNvPr id="22" name="TextBox 13">
            <a:extLst>
              <a:ext uri="{FF2B5EF4-FFF2-40B4-BE49-F238E27FC236}">
                <a16:creationId xmlns:a16="http://schemas.microsoft.com/office/drawing/2014/main" id="{DD2D64F5-C5D9-4322-B3FC-BC21AF1343F5}"/>
              </a:ext>
            </a:extLst>
          </p:cNvPr>
          <p:cNvSpPr txBox="1">
            <a:spLocks noChangeArrowheads="1"/>
          </p:cNvSpPr>
          <p:nvPr userDrawn="1"/>
        </p:nvSpPr>
        <p:spPr bwMode="white">
          <a:xfrm>
            <a:off x="2357438" y="1990725"/>
            <a:ext cx="1563687" cy="260350"/>
          </a:xfrm>
          <a:prstGeom prst="rect">
            <a:avLst/>
          </a:prstGeom>
          <a:noFill/>
          <a:ln>
            <a:noFill/>
          </a:ln>
        </p:spPr>
        <p:txBody>
          <a:bodyPr>
            <a:spAutoFit/>
          </a:bodyPr>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pPr eaLnBrk="1" hangingPunct="1">
              <a:defRPr/>
            </a:pPr>
            <a:r>
              <a:rPr lang="nl-NL" altLang="nl-NL" sz="1100" b="1" dirty="0">
                <a:solidFill>
                  <a:schemeClr val="bg1"/>
                </a:solidFill>
              </a:rPr>
              <a:t>Grade:</a:t>
            </a:r>
          </a:p>
        </p:txBody>
      </p:sp>
      <p:pic>
        <p:nvPicPr>
          <p:cNvPr id="24" name="Picture 8" descr="Strengths">
            <a:extLst>
              <a:ext uri="{FF2B5EF4-FFF2-40B4-BE49-F238E27FC236}">
                <a16:creationId xmlns:a16="http://schemas.microsoft.com/office/drawing/2014/main" id="{19E068FC-C38C-4D71-9A54-1BAA4BDE3EA2}"/>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7788" y="2133600"/>
            <a:ext cx="611187"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 descr="Achievement, trophy icon">
            <a:extLst>
              <a:ext uri="{FF2B5EF4-FFF2-40B4-BE49-F238E27FC236}">
                <a16:creationId xmlns:a16="http://schemas.microsoft.com/office/drawing/2014/main" id="{44891430-3EA5-4446-8A82-C16C5949E1A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4740275" y="2362200"/>
            <a:ext cx="446088" cy="446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Placeholder 5"/>
          <p:cNvSpPr>
            <a:spLocks noGrp="1"/>
          </p:cNvSpPr>
          <p:nvPr>
            <p:ph type="body" sz="quarter" idx="36"/>
          </p:nvPr>
        </p:nvSpPr>
        <p:spPr>
          <a:xfrm>
            <a:off x="4836699" y="2995865"/>
            <a:ext cx="4009644" cy="3621503"/>
          </a:xfrm>
        </p:spPr>
        <p:txBody>
          <a:bodyPr>
            <a:noAutofit/>
          </a:bodyPr>
          <a:lstStyle>
            <a:lvl1pPr>
              <a:lnSpc>
                <a:spcPct val="150000"/>
              </a:lnSpc>
              <a:defRPr sz="1000" i="0" u="none" baseline="0"/>
            </a:lvl1pPr>
            <a:lvl2pPr>
              <a:lnSpc>
                <a:spcPct val="114000"/>
              </a:lnSpc>
              <a:defRPr/>
            </a:lvl2pPr>
          </a:lstStyle>
          <a:p>
            <a:pPr lvl="0"/>
            <a:r>
              <a:rPr lang="en-US" dirty="0"/>
              <a:t>Click to edit Master text styles</a:t>
            </a:r>
          </a:p>
          <a:p>
            <a:pPr lvl="1"/>
            <a:r>
              <a:rPr lang="en-US" dirty="0"/>
              <a:t>Second level</a:t>
            </a:r>
          </a:p>
        </p:txBody>
      </p:sp>
      <p:sp>
        <p:nvSpPr>
          <p:cNvPr id="23" name="Text Placeholder 5"/>
          <p:cNvSpPr>
            <a:spLocks noGrp="1"/>
          </p:cNvSpPr>
          <p:nvPr>
            <p:ph type="body" sz="quarter" idx="41"/>
          </p:nvPr>
        </p:nvSpPr>
        <p:spPr bwMode="white">
          <a:xfrm>
            <a:off x="2468282" y="290679"/>
            <a:ext cx="6223654" cy="306703"/>
          </a:xfrm>
        </p:spPr>
        <p:txBody>
          <a:bodyPr>
            <a:noAutofit/>
          </a:bodyPr>
          <a:lstStyle>
            <a:lvl1pPr>
              <a:defRPr sz="2100" b="1" baseline="0">
                <a:solidFill>
                  <a:schemeClr val="bg1"/>
                </a:solidFill>
              </a:defRPr>
            </a:lvl1pPr>
          </a:lstStyle>
          <a:p>
            <a:pPr lvl="0"/>
            <a:r>
              <a:rPr lang="en-US" dirty="0"/>
              <a:t>Click to edit Master text styles</a:t>
            </a:r>
          </a:p>
        </p:txBody>
      </p:sp>
      <p:sp>
        <p:nvSpPr>
          <p:cNvPr id="25" name="Text Placeholder 5"/>
          <p:cNvSpPr>
            <a:spLocks noGrp="1"/>
          </p:cNvSpPr>
          <p:nvPr>
            <p:ph type="body" sz="quarter" idx="42"/>
          </p:nvPr>
        </p:nvSpPr>
        <p:spPr bwMode="white">
          <a:xfrm>
            <a:off x="2468279" y="665942"/>
            <a:ext cx="6056596" cy="321205"/>
          </a:xfrm>
        </p:spPr>
        <p:txBody>
          <a:bodyPr>
            <a:noAutofit/>
          </a:bodyPr>
          <a:lstStyle>
            <a:lvl1pPr marL="0" marR="0" indent="0" algn="l" defTabSz="914400" rtl="0" eaLnBrk="1" fontAlgn="auto" latinLnBrk="0" hangingPunct="1">
              <a:lnSpc>
                <a:spcPts val="2200"/>
              </a:lnSpc>
              <a:spcBef>
                <a:spcPts val="0"/>
              </a:spcBef>
              <a:spcAft>
                <a:spcPts val="600"/>
              </a:spcAft>
              <a:buClrTx/>
              <a:buSzTx/>
              <a:buFont typeface="Arial" panose="020B0604020202020204" pitchFamily="34" charset="0"/>
              <a:buNone/>
              <a:tabLst/>
              <a:defRPr sz="1400">
                <a:solidFill>
                  <a:schemeClr val="bg1"/>
                </a:solidFill>
              </a:defRPr>
            </a:lvl1pPr>
          </a:lstStyle>
          <a:p>
            <a:pPr lvl="0"/>
            <a:r>
              <a:rPr lang="en-US" dirty="0"/>
              <a:t>Click to edit Master text styles</a:t>
            </a:r>
          </a:p>
        </p:txBody>
      </p:sp>
      <p:sp>
        <p:nvSpPr>
          <p:cNvPr id="26" name="Text Placeholder 5"/>
          <p:cNvSpPr>
            <a:spLocks noGrp="1"/>
          </p:cNvSpPr>
          <p:nvPr>
            <p:ph type="body" sz="quarter" idx="43"/>
          </p:nvPr>
        </p:nvSpPr>
        <p:spPr bwMode="white">
          <a:xfrm>
            <a:off x="3696643" y="1280458"/>
            <a:ext cx="2373312" cy="295449"/>
          </a:xfrm>
        </p:spPr>
        <p:txBody>
          <a:bodyPr>
            <a:noAutofit/>
          </a:bodyPr>
          <a:lstStyle>
            <a:lvl1pPr>
              <a:defRPr sz="1100">
                <a:solidFill>
                  <a:schemeClr val="bg1"/>
                </a:solidFill>
              </a:defRPr>
            </a:lvl1pPr>
          </a:lstStyle>
          <a:p>
            <a:pPr lvl="0"/>
            <a:r>
              <a:rPr lang="en-US" dirty="0"/>
              <a:t>Click to edit Master text styles</a:t>
            </a:r>
          </a:p>
        </p:txBody>
      </p:sp>
      <p:sp>
        <p:nvSpPr>
          <p:cNvPr id="45" name="Picture Placeholder 44"/>
          <p:cNvSpPr>
            <a:spLocks noGrp="1"/>
          </p:cNvSpPr>
          <p:nvPr>
            <p:ph type="pic" sz="quarter" idx="46"/>
          </p:nvPr>
        </p:nvSpPr>
        <p:spPr bwMode="ltGray">
          <a:xfrm>
            <a:off x="383259" y="287492"/>
            <a:ext cx="1734208" cy="1735628"/>
          </a:xfrm>
          <a:prstGeom prst="ellipse">
            <a:avLst/>
          </a:prstGeom>
          <a:solidFill>
            <a:schemeClr val="bg1"/>
          </a:solidFill>
        </p:spPr>
        <p:txBody>
          <a:bodyPr rtlCol="0">
            <a:normAutofit/>
          </a:bodyPr>
          <a:lstStyle>
            <a:lvl1pPr>
              <a:lnSpc>
                <a:spcPct val="114000"/>
              </a:lnSpc>
              <a:defRPr sz="1000" baseline="0"/>
            </a:lvl1pPr>
          </a:lstStyle>
          <a:p>
            <a:pPr lvl="0"/>
            <a:r>
              <a:rPr lang="en-US" noProof="0"/>
              <a:t>Click icon to add picture</a:t>
            </a:r>
            <a:endParaRPr lang="nl-NL" noProof="0" dirty="0"/>
          </a:p>
        </p:txBody>
      </p:sp>
      <p:sp>
        <p:nvSpPr>
          <p:cNvPr id="46" name="Text Placeholder 5"/>
          <p:cNvSpPr>
            <a:spLocks noGrp="1"/>
          </p:cNvSpPr>
          <p:nvPr>
            <p:ph type="body" sz="quarter" idx="47"/>
          </p:nvPr>
        </p:nvSpPr>
        <p:spPr bwMode="white">
          <a:xfrm>
            <a:off x="3696026" y="1501534"/>
            <a:ext cx="2373312" cy="325397"/>
          </a:xfrm>
        </p:spPr>
        <p:txBody>
          <a:bodyPr>
            <a:noAutofit/>
          </a:bodyPr>
          <a:lstStyle>
            <a:lvl1pPr>
              <a:defRPr sz="1100">
                <a:solidFill>
                  <a:schemeClr val="bg1"/>
                </a:solidFill>
              </a:defRPr>
            </a:lvl1pPr>
          </a:lstStyle>
          <a:p>
            <a:pPr lvl="0"/>
            <a:r>
              <a:rPr lang="en-US" dirty="0"/>
              <a:t>Click to edit Master text styles</a:t>
            </a:r>
          </a:p>
        </p:txBody>
      </p:sp>
      <p:sp>
        <p:nvSpPr>
          <p:cNvPr id="47" name="Text Placeholder 5"/>
          <p:cNvSpPr>
            <a:spLocks noGrp="1"/>
          </p:cNvSpPr>
          <p:nvPr>
            <p:ph type="body" sz="quarter" idx="48"/>
          </p:nvPr>
        </p:nvSpPr>
        <p:spPr bwMode="white">
          <a:xfrm>
            <a:off x="3685536" y="1711595"/>
            <a:ext cx="2373312" cy="330250"/>
          </a:xfrm>
        </p:spPr>
        <p:txBody>
          <a:bodyPr>
            <a:noAutofit/>
          </a:bodyPr>
          <a:lstStyle>
            <a:lvl1pPr>
              <a:defRPr sz="1100">
                <a:solidFill>
                  <a:schemeClr val="bg1"/>
                </a:solidFill>
              </a:defRPr>
            </a:lvl1pPr>
          </a:lstStyle>
          <a:p>
            <a:pPr lvl="0"/>
            <a:r>
              <a:rPr lang="en-US" dirty="0"/>
              <a:t>Click to edit Master text styles</a:t>
            </a:r>
          </a:p>
        </p:txBody>
      </p:sp>
      <p:sp>
        <p:nvSpPr>
          <p:cNvPr id="34" name="Text Placeholder 5"/>
          <p:cNvSpPr>
            <a:spLocks noGrp="1"/>
          </p:cNvSpPr>
          <p:nvPr>
            <p:ph type="body" sz="quarter" idx="50"/>
          </p:nvPr>
        </p:nvSpPr>
        <p:spPr>
          <a:xfrm>
            <a:off x="383259" y="2995866"/>
            <a:ext cx="4056394" cy="3621502"/>
          </a:xfrm>
        </p:spPr>
        <p:txBody>
          <a:bodyPr>
            <a:noAutofit/>
          </a:bodyPr>
          <a:lstStyle>
            <a:lvl1pPr>
              <a:lnSpc>
                <a:spcPct val="114000"/>
              </a:lnSpc>
              <a:defRPr sz="1000" u="none" baseline="0"/>
            </a:lvl1pPr>
          </a:lstStyle>
          <a:p>
            <a:pPr lvl="0"/>
            <a:r>
              <a:rPr lang="en-US" dirty="0"/>
              <a:t>Click to edit Master text styles</a:t>
            </a:r>
          </a:p>
        </p:txBody>
      </p:sp>
      <p:sp>
        <p:nvSpPr>
          <p:cNvPr id="21" name="Text Placeholder 5"/>
          <p:cNvSpPr>
            <a:spLocks noGrp="1"/>
          </p:cNvSpPr>
          <p:nvPr>
            <p:ph type="body" sz="quarter" idx="51"/>
          </p:nvPr>
        </p:nvSpPr>
        <p:spPr bwMode="white">
          <a:xfrm>
            <a:off x="3690158" y="1891703"/>
            <a:ext cx="2373312" cy="330250"/>
          </a:xfrm>
        </p:spPr>
        <p:txBody>
          <a:bodyPr>
            <a:noAutofit/>
          </a:bodyPr>
          <a:lstStyle>
            <a:lvl1pPr>
              <a:defRPr sz="11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864842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vmlDrawing" Target="../drawings/vmlDrawing1.vml"/><Relationship Id="rId26" Type="http://schemas.openxmlformats.org/officeDocument/2006/relationships/image" Target="../media/image1.emf"/><Relationship Id="rId3" Type="http://schemas.openxmlformats.org/officeDocument/2006/relationships/slideLayout" Target="../slideLayouts/slideLayout3.xml"/><Relationship Id="rId21" Type="http://schemas.openxmlformats.org/officeDocument/2006/relationships/tags" Target="../tags/tag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5" Type="http://schemas.openxmlformats.org/officeDocument/2006/relationships/oleObject" Target="../embeddings/oleObject1.bin"/><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ags" Target="../tags/tag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6.xml"/><Relationship Id="rId10" Type="http://schemas.openxmlformats.org/officeDocument/2006/relationships/slideLayout" Target="../slideLayouts/slideLayout10.xml"/><Relationship Id="rId19"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ags" Target="../tags/tag5.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tags" Target="../tags/tag31.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vmlDrawing" Target="../drawings/vmlDrawing11.v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2.xml"/><Relationship Id="rId5" Type="http://schemas.openxmlformats.org/officeDocument/2006/relationships/slideLayout" Target="../slideLayouts/slideLayout21.xml"/><Relationship Id="rId15" Type="http://schemas.openxmlformats.org/officeDocument/2006/relationships/image" Target="../media/image2.emf"/><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oleObject" Target="../embeddings/oleObject1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p:custDataLst>
              <p:tags r:id="rId19"/>
            </p:custDataLst>
          </p:nvPr>
        </p:nvGraphicFramePr>
        <p:xfrm>
          <a:off x="1" y="0"/>
          <a:ext cx="195385" cy="158750"/>
        </p:xfrm>
        <a:graphic>
          <a:graphicData uri="http://schemas.openxmlformats.org/presentationml/2006/ole">
            <mc:AlternateContent xmlns:mc="http://schemas.openxmlformats.org/markup-compatibility/2006">
              <mc:Choice xmlns:v="urn:schemas-microsoft-com:vml" Requires="v">
                <p:oleObj spid="_x0000_s1034" name="think-cell Slide" r:id="rId25" imgW="360" imgH="360" progId="">
                  <p:embed/>
                </p:oleObj>
              </mc:Choice>
              <mc:Fallback>
                <p:oleObj name="think-cell Slide" r:id="rId25" imgW="360" imgH="360" progId="">
                  <p:embed/>
                  <p:pic>
                    <p:nvPicPr>
                      <p:cNvPr id="8" name="Object 7" hidden="1"/>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1" y="0"/>
                        <a:ext cx="195385" cy="158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Placeholder 1"/>
          <p:cNvSpPr>
            <a:spLocks noGrp="1"/>
          </p:cNvSpPr>
          <p:nvPr>
            <p:ph type="title"/>
            <p:custDataLst>
              <p:tags r:id="rId20"/>
            </p:custDataLst>
          </p:nvPr>
        </p:nvSpPr>
        <p:spPr>
          <a:xfrm>
            <a:off x="8" y="4"/>
            <a:ext cx="12191999" cy="1002135"/>
          </a:xfrm>
          <a:prstGeom prst="rect">
            <a:avLst/>
          </a:prstGeom>
        </p:spPr>
        <p:txBody>
          <a:bodyPr vert="horz" lIns="297529" tIns="33059" rIns="165294" bIns="33059" rtlCol="0" anchor="ctr">
            <a:noAutofit/>
          </a:bodyPr>
          <a:lstStyle/>
          <a:p>
            <a:r>
              <a:rPr lang="fr-FR" noProof="0"/>
              <a:t>Cliquez pour modifier le style du titre</a:t>
            </a:r>
            <a:endParaRPr lang="en-US" noProof="0" dirty="0"/>
          </a:p>
        </p:txBody>
      </p:sp>
      <p:sp>
        <p:nvSpPr>
          <p:cNvPr id="3" name="Text Placeholder 2"/>
          <p:cNvSpPr>
            <a:spLocks noGrp="1"/>
          </p:cNvSpPr>
          <p:nvPr>
            <p:ph type="body" idx="1"/>
            <p:custDataLst>
              <p:tags r:id="rId21"/>
            </p:custDataLst>
          </p:nvPr>
        </p:nvSpPr>
        <p:spPr>
          <a:xfrm>
            <a:off x="398028" y="1501977"/>
            <a:ext cx="11616154" cy="4636540"/>
          </a:xfrm>
          <a:prstGeom prst="rect">
            <a:avLst/>
          </a:prstGeom>
        </p:spPr>
        <p:txBody>
          <a:bodyPr vert="horz" lIns="108000" tIns="72000" rIns="72000" bIns="72000" rtlCol="0">
            <a:noAutofit/>
          </a:bodyPr>
          <a:lstStyle/>
          <a:p>
            <a:pPr lvl="0"/>
            <a:r>
              <a:rPr lang="en-US" noProof="0" dirty="0"/>
              <a:t>Click to edit Master text style</a:t>
            </a:r>
          </a:p>
          <a:p>
            <a:pPr lvl="1"/>
            <a:r>
              <a:rPr lang="en-US" noProof="0" dirty="0"/>
              <a:t>Text style level 2</a:t>
            </a:r>
          </a:p>
          <a:p>
            <a:pPr lvl="2"/>
            <a:r>
              <a:rPr lang="en-US" noProof="0" dirty="0"/>
              <a:t>Text style level 3</a:t>
            </a:r>
          </a:p>
          <a:p>
            <a:pPr lvl="3"/>
            <a:r>
              <a:rPr lang="en-US" noProof="0" dirty="0"/>
              <a:t>Text style level 4</a:t>
            </a:r>
          </a:p>
        </p:txBody>
      </p:sp>
      <p:sp>
        <p:nvSpPr>
          <p:cNvPr id="9" name="Freeform 4"/>
          <p:cNvSpPr>
            <a:spLocks/>
          </p:cNvSpPr>
          <p:nvPr>
            <p:custDataLst>
              <p:tags r:id="rId22"/>
            </p:custDataLst>
          </p:nvPr>
        </p:nvSpPr>
        <p:spPr bwMode="auto">
          <a:xfrm>
            <a:off x="9" y="676402"/>
            <a:ext cx="12191999" cy="728122"/>
          </a:xfrm>
          <a:custGeom>
            <a:avLst/>
            <a:gdLst/>
            <a:ahLst/>
            <a:cxnLst>
              <a:cxn ang="0">
                <a:pos x="2965" y="93"/>
              </a:cxn>
              <a:cxn ang="0">
                <a:pos x="303" y="93"/>
              </a:cxn>
              <a:cxn ang="0">
                <a:pos x="151" y="187"/>
              </a:cxn>
              <a:cxn ang="0">
                <a:pos x="0" y="93"/>
              </a:cxn>
              <a:cxn ang="0">
                <a:pos x="0" y="112"/>
              </a:cxn>
              <a:cxn ang="0">
                <a:pos x="151" y="205"/>
              </a:cxn>
              <a:cxn ang="0">
                <a:pos x="303" y="112"/>
              </a:cxn>
              <a:cxn ang="0">
                <a:pos x="2965" y="112"/>
              </a:cxn>
              <a:cxn ang="0">
                <a:pos x="3118" y="19"/>
              </a:cxn>
              <a:cxn ang="0">
                <a:pos x="3118" y="0"/>
              </a:cxn>
              <a:cxn ang="0">
                <a:pos x="2965" y="93"/>
              </a:cxn>
            </a:cxnLst>
            <a:rect l="0" t="0" r="r" b="b"/>
            <a:pathLst>
              <a:path w="3118" h="205">
                <a:moveTo>
                  <a:pt x="2965" y="93"/>
                </a:moveTo>
                <a:cubicBezTo>
                  <a:pt x="303" y="93"/>
                  <a:pt x="303" y="93"/>
                  <a:pt x="303" y="93"/>
                </a:cubicBezTo>
                <a:cubicBezTo>
                  <a:pt x="183" y="93"/>
                  <a:pt x="151" y="187"/>
                  <a:pt x="151" y="187"/>
                </a:cubicBezTo>
                <a:cubicBezTo>
                  <a:pt x="151" y="187"/>
                  <a:pt x="119" y="93"/>
                  <a:pt x="0" y="93"/>
                </a:cubicBezTo>
                <a:cubicBezTo>
                  <a:pt x="0" y="112"/>
                  <a:pt x="0" y="112"/>
                  <a:pt x="0" y="112"/>
                </a:cubicBezTo>
                <a:cubicBezTo>
                  <a:pt x="119" y="112"/>
                  <a:pt x="151" y="205"/>
                  <a:pt x="151" y="205"/>
                </a:cubicBezTo>
                <a:cubicBezTo>
                  <a:pt x="151" y="205"/>
                  <a:pt x="183" y="112"/>
                  <a:pt x="303" y="112"/>
                </a:cubicBezTo>
                <a:cubicBezTo>
                  <a:pt x="2965" y="112"/>
                  <a:pt x="2965" y="112"/>
                  <a:pt x="2965" y="112"/>
                </a:cubicBezTo>
                <a:cubicBezTo>
                  <a:pt x="3085" y="112"/>
                  <a:pt x="3118" y="19"/>
                  <a:pt x="3118" y="19"/>
                </a:cubicBezTo>
                <a:cubicBezTo>
                  <a:pt x="3118" y="0"/>
                  <a:pt x="3118" y="0"/>
                  <a:pt x="3118" y="0"/>
                </a:cubicBezTo>
                <a:cubicBezTo>
                  <a:pt x="3118" y="0"/>
                  <a:pt x="3085" y="93"/>
                  <a:pt x="2965" y="93"/>
                </a:cubicBezTo>
                <a:close/>
              </a:path>
            </a:pathLst>
          </a:custGeom>
          <a:solidFill>
            <a:schemeClr val="accent5"/>
          </a:solidFill>
          <a:ln w="9525">
            <a:noFill/>
            <a:round/>
            <a:headEnd/>
            <a:tailEnd/>
          </a:ln>
          <a:effectLst>
            <a:outerShdw blurRad="50800" dist="25400" dir="5400000" algn="t" rotWithShape="0">
              <a:prstClr val="black">
                <a:alpha val="31000"/>
              </a:prstClr>
            </a:outerShdw>
          </a:effectLst>
        </p:spPr>
        <p:txBody>
          <a:bodyPr vert="horz" wrap="square" lIns="99563" tIns="49782" rIns="99563" bIns="49782" numCol="1" anchor="t" anchorCtr="0" compatLnSpc="1">
            <a:prstTxWarp prst="textNoShape">
              <a:avLst/>
            </a:prstTxWarp>
          </a:bodyPr>
          <a:lstStyle/>
          <a:p>
            <a:endParaRPr lang="fr-FR" sz="1800"/>
          </a:p>
        </p:txBody>
      </p:sp>
      <p:cxnSp>
        <p:nvCxnSpPr>
          <p:cNvPr id="15" name="Straight Connector 5"/>
          <p:cNvCxnSpPr/>
          <p:nvPr>
            <p:custDataLst>
              <p:tags r:id="rId23"/>
            </p:custDataLst>
          </p:nvPr>
        </p:nvCxnSpPr>
        <p:spPr>
          <a:xfrm flipH="1">
            <a:off x="9" y="6362700"/>
            <a:ext cx="12191999" cy="0"/>
          </a:xfrm>
          <a:prstGeom prst="line">
            <a:avLst/>
          </a:prstGeom>
          <a:ln w="9525" cmpd="sng">
            <a:solidFill>
              <a:schemeClr val="accent5"/>
            </a:solidFill>
          </a:ln>
          <a:effectLst/>
        </p:spPr>
        <p:style>
          <a:lnRef idx="2">
            <a:schemeClr val="accent1"/>
          </a:lnRef>
          <a:fillRef idx="0">
            <a:schemeClr val="accent1"/>
          </a:fillRef>
          <a:effectRef idx="1">
            <a:schemeClr val="accent1"/>
          </a:effectRef>
          <a:fontRef idx="minor">
            <a:schemeClr val="tx1"/>
          </a:fontRef>
        </p:style>
      </p:cxnSp>
      <p:grpSp>
        <p:nvGrpSpPr>
          <p:cNvPr id="14" name="Groupe 1">
            <a:extLst>
              <a:ext uri="{FF2B5EF4-FFF2-40B4-BE49-F238E27FC236}">
                <a16:creationId xmlns:a16="http://schemas.microsoft.com/office/drawing/2014/main" id="{BE8A762F-12CA-4505-8697-4A98F69D5FCE}"/>
              </a:ext>
            </a:extLst>
          </p:cNvPr>
          <p:cNvGrpSpPr/>
          <p:nvPr/>
        </p:nvGrpSpPr>
        <p:grpSpPr>
          <a:xfrm>
            <a:off x="11501102" y="171573"/>
            <a:ext cx="419436" cy="388988"/>
            <a:chOff x="11501102" y="171573"/>
            <a:chExt cx="419436" cy="388988"/>
          </a:xfrm>
        </p:grpSpPr>
        <p:sp>
          <p:nvSpPr>
            <p:cNvPr id="16" name="Freeform 13">
              <a:extLst>
                <a:ext uri="{FF2B5EF4-FFF2-40B4-BE49-F238E27FC236}">
                  <a16:creationId xmlns:a16="http://schemas.microsoft.com/office/drawing/2014/main" id="{79BDE807-C0D6-4ECC-9D72-3D5332B2877E}"/>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17" name="Freeform 14">
              <a:extLst>
                <a:ext uri="{FF2B5EF4-FFF2-40B4-BE49-F238E27FC236}">
                  <a16:creationId xmlns:a16="http://schemas.microsoft.com/office/drawing/2014/main" id="{B598BB44-5C3B-495C-AB4A-980F69B431A6}"/>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23" name="Rectangle 22">
            <a:extLst>
              <a:ext uri="{FF2B5EF4-FFF2-40B4-BE49-F238E27FC236}">
                <a16:creationId xmlns:a16="http://schemas.microsoft.com/office/drawing/2014/main" id="{62606FCD-12D7-42E8-8885-B7F0FE845C7B}"/>
              </a:ext>
            </a:extLst>
          </p:cNvPr>
          <p:cNvSpPr>
            <a:spLocks noChangeArrowheads="1"/>
          </p:cNvSpPr>
          <p:nvPr>
            <p:custDataLst>
              <p:tags r:id="rId24"/>
            </p:custDataLst>
          </p:nvPr>
        </p:nvSpPr>
        <p:spPr bwMode="auto">
          <a:xfrm>
            <a:off x="8297642" y="6623414"/>
            <a:ext cx="3274639" cy="183503"/>
          </a:xfrm>
          <a:prstGeom prst="rect">
            <a:avLst/>
          </a:prstGeom>
          <a:noFill/>
          <a:ln w="19050">
            <a:noFill/>
            <a:miter lim="800000"/>
            <a:headEnd/>
            <a:tailEnd/>
          </a:ln>
          <a:effectLst/>
        </p:spPr>
        <p:txBody>
          <a:bodyPr wrap="square" lIns="35997" tIns="35997" rIns="35997" bIns="35997" anchor="b" anchorCtr="0">
            <a:noAutofit/>
          </a:bodyPr>
          <a:lstStyle/>
          <a:p>
            <a:pPr marL="0" marR="0" lvl="0" indent="0" algn="r" defTabSz="995445" rtl="0" eaLnBrk="0" fontAlgn="auto" latinLnBrk="0" hangingPunct="0">
              <a:lnSpc>
                <a:spcPct val="90000"/>
              </a:lnSpc>
              <a:spcBef>
                <a:spcPct val="10000"/>
              </a:spcBef>
              <a:spcAft>
                <a:spcPts val="0"/>
              </a:spcAft>
              <a:buClrTx/>
              <a:buSzTx/>
              <a:buFontTx/>
              <a:buNone/>
              <a:tabLst/>
              <a:defRPr/>
            </a:pPr>
            <a:r>
              <a:rPr lang="en-US" altLang="en-US" sz="700" b="0" i="0" noProof="0" dirty="0">
                <a:solidFill>
                  <a:schemeClr val="tx2"/>
                </a:solidFill>
                <a:latin typeface="+mj-lt"/>
                <a:cs typeface="Helvetica Light"/>
              </a:rPr>
              <a:t>Copyright © Capgemini 2018. All Rights Reserved</a:t>
            </a:r>
          </a:p>
        </p:txBody>
      </p:sp>
      <p:grpSp>
        <p:nvGrpSpPr>
          <p:cNvPr id="13" name="Groupe 1">
            <a:extLst>
              <a:ext uri="{FF2B5EF4-FFF2-40B4-BE49-F238E27FC236}">
                <a16:creationId xmlns:a16="http://schemas.microsoft.com/office/drawing/2014/main" id="{577EB6A5-23DD-43BF-A208-FBE1C1F13A76}"/>
              </a:ext>
            </a:extLst>
          </p:cNvPr>
          <p:cNvGrpSpPr/>
          <p:nvPr userDrawn="1"/>
        </p:nvGrpSpPr>
        <p:grpSpPr>
          <a:xfrm>
            <a:off x="11501102" y="171573"/>
            <a:ext cx="419436" cy="388988"/>
            <a:chOff x="11501102" y="171573"/>
            <a:chExt cx="419436" cy="388988"/>
          </a:xfrm>
        </p:grpSpPr>
        <p:sp>
          <p:nvSpPr>
            <p:cNvPr id="18" name="Freeform 13">
              <a:extLst>
                <a:ext uri="{FF2B5EF4-FFF2-40B4-BE49-F238E27FC236}">
                  <a16:creationId xmlns:a16="http://schemas.microsoft.com/office/drawing/2014/main" id="{597B2D71-85F8-4174-8C4E-DBDE45D0B841}"/>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19" name="Freeform 14">
              <a:extLst>
                <a:ext uri="{FF2B5EF4-FFF2-40B4-BE49-F238E27FC236}">
                  <a16:creationId xmlns:a16="http://schemas.microsoft.com/office/drawing/2014/main" id="{F2A9CAEB-7FA0-4E03-826F-90065D089B90}"/>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20" name="Retângulo 43">
            <a:extLst>
              <a:ext uri="{FF2B5EF4-FFF2-40B4-BE49-F238E27FC236}">
                <a16:creationId xmlns:a16="http://schemas.microsoft.com/office/drawing/2014/main" id="{51C34C3B-8FDC-43E4-81A0-87C4A5F5A25B}"/>
              </a:ext>
            </a:extLst>
          </p:cNvPr>
          <p:cNvSpPr/>
          <p:nvPr userDrawn="1"/>
        </p:nvSpPr>
        <p:spPr>
          <a:xfrm>
            <a:off x="11751670" y="6650661"/>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pPr algn="r"/>
              <a:t>‹#›</a:t>
            </a:fld>
            <a:endParaRPr lang="en-US" sz="800" dirty="0">
              <a:solidFill>
                <a:schemeClr val="bg1">
                  <a:lumMod val="65000"/>
                </a:schemeClr>
              </a:solidFill>
              <a:cs typeface="Arial" panose="020B0604020202020204" pitchFamily="34" charset="0"/>
            </a:endParaRPr>
          </a:p>
        </p:txBody>
      </p:sp>
      <p:sp>
        <p:nvSpPr>
          <p:cNvPr id="24" name="Text Placeholder 7">
            <a:extLst>
              <a:ext uri="{FF2B5EF4-FFF2-40B4-BE49-F238E27FC236}">
                <a16:creationId xmlns:a16="http://schemas.microsoft.com/office/drawing/2014/main" id="{09065918-DC9F-4FC9-A6E7-0161D6691529}"/>
              </a:ext>
            </a:extLst>
          </p:cNvPr>
          <p:cNvSpPr txBox="1">
            <a:spLocks/>
          </p:cNvSpPr>
          <p:nvPr userDrawn="1"/>
        </p:nvSpPr>
        <p:spPr>
          <a:xfrm>
            <a:off x="227348" y="6650661"/>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dirty="0" err="1">
                <a:solidFill>
                  <a:schemeClr val="bg1">
                    <a:lumMod val="65000"/>
                  </a:schemeClr>
                </a:solidFill>
              </a:rPr>
              <a:t>PresentationTitle</a:t>
            </a:r>
            <a:r>
              <a:rPr lang="en-US" dirty="0">
                <a:solidFill>
                  <a:schemeClr val="bg1">
                    <a:lumMod val="65000"/>
                  </a:schemeClr>
                </a:solidFill>
              </a:rPr>
              <a:t> | Author | Date</a:t>
            </a:r>
          </a:p>
        </p:txBody>
      </p:sp>
      <p:grpSp>
        <p:nvGrpSpPr>
          <p:cNvPr id="25" name="Groupe 2">
            <a:extLst>
              <a:ext uri="{FF2B5EF4-FFF2-40B4-BE49-F238E27FC236}">
                <a16:creationId xmlns:a16="http://schemas.microsoft.com/office/drawing/2014/main" id="{EF148A26-2EE3-4DFF-937A-24F97B090662}"/>
              </a:ext>
            </a:extLst>
          </p:cNvPr>
          <p:cNvGrpSpPr/>
          <p:nvPr userDrawn="1"/>
        </p:nvGrpSpPr>
        <p:grpSpPr>
          <a:xfrm>
            <a:off x="12355040" y="33161"/>
            <a:ext cx="360000" cy="1800000"/>
            <a:chOff x="12355040" y="33161"/>
            <a:chExt cx="360000" cy="1800000"/>
          </a:xfrm>
        </p:grpSpPr>
        <p:sp>
          <p:nvSpPr>
            <p:cNvPr id="26" name="Rectangle 25">
              <a:extLst>
                <a:ext uri="{FF2B5EF4-FFF2-40B4-BE49-F238E27FC236}">
                  <a16:creationId xmlns:a16="http://schemas.microsoft.com/office/drawing/2014/main" id="{CF408AB1-E1E8-4614-B3EF-2F3C3368B7D0}"/>
                </a:ext>
              </a:extLst>
            </p:cNvPr>
            <p:cNvSpPr/>
            <p:nvPr userDrawn="1"/>
          </p:nvSpPr>
          <p:spPr>
            <a:xfrm>
              <a:off x="12355040" y="33161"/>
              <a:ext cx="360000" cy="360000"/>
            </a:xfrm>
            <a:prstGeom prst="rect">
              <a:avLst/>
            </a:prstGeom>
            <a:solidFill>
              <a:srgbClr val="0070A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7" name="Rectangle 26">
              <a:extLst>
                <a:ext uri="{FF2B5EF4-FFF2-40B4-BE49-F238E27FC236}">
                  <a16:creationId xmlns:a16="http://schemas.microsoft.com/office/drawing/2014/main" id="{AF139715-EC56-4D5B-A584-E0D83BFD79AA}"/>
                </a:ext>
              </a:extLst>
            </p:cNvPr>
            <p:cNvSpPr/>
            <p:nvPr userDrawn="1"/>
          </p:nvSpPr>
          <p:spPr>
            <a:xfrm>
              <a:off x="12355040" y="393161"/>
              <a:ext cx="360000" cy="3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8" name="Rectangle 27">
              <a:extLst>
                <a:ext uri="{FF2B5EF4-FFF2-40B4-BE49-F238E27FC236}">
                  <a16:creationId xmlns:a16="http://schemas.microsoft.com/office/drawing/2014/main" id="{CC0EDB29-34F5-4978-8D83-D1ECDA27E7A6}"/>
                </a:ext>
              </a:extLst>
            </p:cNvPr>
            <p:cNvSpPr/>
            <p:nvPr userDrawn="1"/>
          </p:nvSpPr>
          <p:spPr>
            <a:xfrm>
              <a:off x="12355040" y="753161"/>
              <a:ext cx="360000" cy="360000"/>
            </a:xfrm>
            <a:prstGeom prst="rect">
              <a:avLst/>
            </a:prstGeom>
            <a:solidFill>
              <a:srgbClr val="2B0A3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29" name="Rectangle 28">
              <a:extLst>
                <a:ext uri="{FF2B5EF4-FFF2-40B4-BE49-F238E27FC236}">
                  <a16:creationId xmlns:a16="http://schemas.microsoft.com/office/drawing/2014/main" id="{3636BF1B-FF79-4731-99CF-5C8E3A808AB4}"/>
                </a:ext>
              </a:extLst>
            </p:cNvPr>
            <p:cNvSpPr/>
            <p:nvPr userDrawn="1"/>
          </p:nvSpPr>
          <p:spPr>
            <a:xfrm>
              <a:off x="12355040" y="1113161"/>
              <a:ext cx="360000" cy="36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0" name="Rectangle 29">
              <a:extLst>
                <a:ext uri="{FF2B5EF4-FFF2-40B4-BE49-F238E27FC236}">
                  <a16:creationId xmlns:a16="http://schemas.microsoft.com/office/drawing/2014/main" id="{A50A5938-BCF9-47EB-AEAC-22CCE467BA4B}"/>
                </a:ext>
              </a:extLst>
            </p:cNvPr>
            <p:cNvSpPr/>
            <p:nvPr userDrawn="1"/>
          </p:nvSpPr>
          <p:spPr>
            <a:xfrm>
              <a:off x="12355040" y="1473161"/>
              <a:ext cx="360000" cy="360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grpSp>
        <p:nvGrpSpPr>
          <p:cNvPr id="31" name="Groupe 4">
            <a:extLst>
              <a:ext uri="{FF2B5EF4-FFF2-40B4-BE49-F238E27FC236}">
                <a16:creationId xmlns:a16="http://schemas.microsoft.com/office/drawing/2014/main" id="{056DABC4-238C-4CD9-9F81-FACE9E275FC2}"/>
              </a:ext>
            </a:extLst>
          </p:cNvPr>
          <p:cNvGrpSpPr/>
          <p:nvPr userDrawn="1"/>
        </p:nvGrpSpPr>
        <p:grpSpPr>
          <a:xfrm>
            <a:off x="12355040" y="1954479"/>
            <a:ext cx="360000" cy="4875772"/>
            <a:chOff x="12355040" y="1954479"/>
            <a:chExt cx="360000" cy="4875772"/>
          </a:xfrm>
        </p:grpSpPr>
        <p:sp>
          <p:nvSpPr>
            <p:cNvPr id="32" name="Rectangle 31">
              <a:extLst>
                <a:ext uri="{FF2B5EF4-FFF2-40B4-BE49-F238E27FC236}">
                  <a16:creationId xmlns:a16="http://schemas.microsoft.com/office/drawing/2014/main" id="{3CF5FC82-0B0B-45D9-AC6B-62240E319CFE}"/>
                </a:ext>
              </a:extLst>
            </p:cNvPr>
            <p:cNvSpPr/>
            <p:nvPr userDrawn="1"/>
          </p:nvSpPr>
          <p:spPr>
            <a:xfrm>
              <a:off x="12355040" y="1954479"/>
              <a:ext cx="360000" cy="360000"/>
            </a:xfrm>
            <a:prstGeom prst="rect">
              <a:avLst/>
            </a:prstGeom>
            <a:solidFill>
              <a:srgbClr val="80B8D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8738" algn="ctr">
                <a:spcAft>
                  <a:spcPts val="300"/>
                </a:spcAft>
              </a:pPr>
              <a:endParaRPr lang="en-GB" sz="900" dirty="0"/>
            </a:p>
          </p:txBody>
        </p:sp>
        <p:sp>
          <p:nvSpPr>
            <p:cNvPr id="33" name="Rectangle 32">
              <a:extLst>
                <a:ext uri="{FF2B5EF4-FFF2-40B4-BE49-F238E27FC236}">
                  <a16:creationId xmlns:a16="http://schemas.microsoft.com/office/drawing/2014/main" id="{909D68DC-FC31-4F3C-B0D7-C2B6049BF80B}"/>
                </a:ext>
              </a:extLst>
            </p:cNvPr>
            <p:cNvSpPr/>
            <p:nvPr userDrawn="1"/>
          </p:nvSpPr>
          <p:spPr>
            <a:xfrm>
              <a:off x="12355040" y="2301846"/>
              <a:ext cx="360000" cy="360000"/>
            </a:xfrm>
            <a:prstGeom prst="rect">
              <a:avLst/>
            </a:prstGeom>
            <a:solidFill>
              <a:srgbClr val="88D5ED"/>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marL="58738" algn="ctr">
                <a:spcAft>
                  <a:spcPts val="300"/>
                </a:spcAft>
              </a:pPr>
              <a:endParaRPr lang="en-GB" sz="900" dirty="0"/>
            </a:p>
          </p:txBody>
        </p:sp>
        <p:sp>
          <p:nvSpPr>
            <p:cNvPr id="34" name="Rectangle 33">
              <a:extLst>
                <a:ext uri="{FF2B5EF4-FFF2-40B4-BE49-F238E27FC236}">
                  <a16:creationId xmlns:a16="http://schemas.microsoft.com/office/drawing/2014/main" id="{8BA315A6-7849-40C0-A88A-615B2F92631B}"/>
                </a:ext>
              </a:extLst>
            </p:cNvPr>
            <p:cNvSpPr/>
            <p:nvPr userDrawn="1"/>
          </p:nvSpPr>
          <p:spPr>
            <a:xfrm>
              <a:off x="12355040" y="5080782"/>
              <a:ext cx="360000" cy="360000"/>
            </a:xfrm>
            <a:prstGeom prst="rect">
              <a:avLst/>
            </a:prstGeom>
            <a:solidFill>
              <a:srgbClr val="6D64C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5" name="Rectangle 34">
              <a:extLst>
                <a:ext uri="{FF2B5EF4-FFF2-40B4-BE49-F238E27FC236}">
                  <a16:creationId xmlns:a16="http://schemas.microsoft.com/office/drawing/2014/main" id="{BF28AB79-1BA8-4AA3-AF86-133E71900E05}"/>
                </a:ext>
              </a:extLst>
            </p:cNvPr>
            <p:cNvSpPr/>
            <p:nvPr userDrawn="1"/>
          </p:nvSpPr>
          <p:spPr>
            <a:xfrm>
              <a:off x="12355040" y="6470251"/>
              <a:ext cx="360000" cy="360000"/>
            </a:xfrm>
            <a:prstGeom prst="rect">
              <a:avLst/>
            </a:prstGeom>
            <a:solidFill>
              <a:srgbClr val="FF632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6" name="Rectangle 35">
              <a:extLst>
                <a:ext uri="{FF2B5EF4-FFF2-40B4-BE49-F238E27FC236}">
                  <a16:creationId xmlns:a16="http://schemas.microsoft.com/office/drawing/2014/main" id="{C95D2749-34E1-48E0-9FF6-A1343E54EB93}"/>
                </a:ext>
              </a:extLst>
            </p:cNvPr>
            <p:cNvSpPr/>
            <p:nvPr userDrawn="1"/>
          </p:nvSpPr>
          <p:spPr>
            <a:xfrm>
              <a:off x="12355040" y="4038681"/>
              <a:ext cx="360000" cy="360000"/>
            </a:xfrm>
            <a:prstGeom prst="rect">
              <a:avLst/>
            </a:prstGeom>
            <a:solidFill>
              <a:srgbClr val="C8FF1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7" name="Rectangle 36">
              <a:extLst>
                <a:ext uri="{FF2B5EF4-FFF2-40B4-BE49-F238E27FC236}">
                  <a16:creationId xmlns:a16="http://schemas.microsoft.com/office/drawing/2014/main" id="{6E04FB71-8EF9-4DE6-88A2-7B3656611B43}"/>
                </a:ext>
              </a:extLst>
            </p:cNvPr>
            <p:cNvSpPr/>
            <p:nvPr userDrawn="1"/>
          </p:nvSpPr>
          <p:spPr>
            <a:xfrm>
              <a:off x="12355040" y="4733415"/>
              <a:ext cx="360000" cy="360000"/>
            </a:xfrm>
            <a:prstGeom prst="rect">
              <a:avLst/>
            </a:prstGeom>
            <a:solidFill>
              <a:srgbClr val="7E39BA"/>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8" name="Rectangle 37">
              <a:extLst>
                <a:ext uri="{FF2B5EF4-FFF2-40B4-BE49-F238E27FC236}">
                  <a16:creationId xmlns:a16="http://schemas.microsoft.com/office/drawing/2014/main" id="{ADD8B16A-69A7-4FBF-8FEA-813DD646001C}"/>
                </a:ext>
              </a:extLst>
            </p:cNvPr>
            <p:cNvSpPr/>
            <p:nvPr userDrawn="1"/>
          </p:nvSpPr>
          <p:spPr>
            <a:xfrm>
              <a:off x="12355040" y="3691314"/>
              <a:ext cx="360000" cy="360000"/>
            </a:xfrm>
            <a:prstGeom prst="rect">
              <a:avLst/>
            </a:prstGeom>
            <a:solidFill>
              <a:srgbClr val="00C37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39" name="Rectangle 38">
              <a:extLst>
                <a:ext uri="{FF2B5EF4-FFF2-40B4-BE49-F238E27FC236}">
                  <a16:creationId xmlns:a16="http://schemas.microsoft.com/office/drawing/2014/main" id="{966F75B3-F944-4399-9689-287803F7AD06}"/>
                </a:ext>
              </a:extLst>
            </p:cNvPr>
            <p:cNvSpPr/>
            <p:nvPr userDrawn="1"/>
          </p:nvSpPr>
          <p:spPr>
            <a:xfrm>
              <a:off x="12355040" y="2649213"/>
              <a:ext cx="360000" cy="360000"/>
            </a:xfrm>
            <a:prstGeom prst="rect">
              <a:avLst/>
            </a:prstGeom>
            <a:solidFill>
              <a:srgbClr val="15636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0" name="Rectangle 39">
              <a:extLst>
                <a:ext uri="{FF2B5EF4-FFF2-40B4-BE49-F238E27FC236}">
                  <a16:creationId xmlns:a16="http://schemas.microsoft.com/office/drawing/2014/main" id="{2655E8E1-1AD2-4547-BF2E-8AFB86FEB3EC}"/>
                </a:ext>
              </a:extLst>
            </p:cNvPr>
            <p:cNvSpPr/>
            <p:nvPr userDrawn="1"/>
          </p:nvSpPr>
          <p:spPr>
            <a:xfrm>
              <a:off x="12355040" y="2996580"/>
              <a:ext cx="360000" cy="360000"/>
            </a:xfrm>
            <a:prstGeom prst="rect">
              <a:avLst/>
            </a:prstGeom>
            <a:solidFill>
              <a:srgbClr val="0F999C"/>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1" name="Rectangle 40">
              <a:extLst>
                <a:ext uri="{FF2B5EF4-FFF2-40B4-BE49-F238E27FC236}">
                  <a16:creationId xmlns:a16="http://schemas.microsoft.com/office/drawing/2014/main" id="{0FA4E70F-64E0-4B3B-B5CE-3D34B785569E}"/>
                </a:ext>
              </a:extLst>
            </p:cNvPr>
            <p:cNvSpPr/>
            <p:nvPr userDrawn="1"/>
          </p:nvSpPr>
          <p:spPr>
            <a:xfrm>
              <a:off x="12355040" y="3343947"/>
              <a:ext cx="360000" cy="360000"/>
            </a:xfrm>
            <a:prstGeom prst="rect">
              <a:avLst/>
            </a:prstGeom>
            <a:solidFill>
              <a:srgbClr val="01D1D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2" name="Rectangle 41">
              <a:extLst>
                <a:ext uri="{FF2B5EF4-FFF2-40B4-BE49-F238E27FC236}">
                  <a16:creationId xmlns:a16="http://schemas.microsoft.com/office/drawing/2014/main" id="{453618A8-6B83-41B8-A9C8-5B27E916B5C8}"/>
                </a:ext>
              </a:extLst>
            </p:cNvPr>
            <p:cNvSpPr/>
            <p:nvPr userDrawn="1"/>
          </p:nvSpPr>
          <p:spPr>
            <a:xfrm>
              <a:off x="12355040" y="6122883"/>
              <a:ext cx="360000" cy="360000"/>
            </a:xfrm>
            <a:prstGeom prst="rect">
              <a:avLst/>
            </a:prstGeom>
            <a:solidFill>
              <a:srgbClr val="FF7E8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3" name="Rectangle 42">
              <a:extLst>
                <a:ext uri="{FF2B5EF4-FFF2-40B4-BE49-F238E27FC236}">
                  <a16:creationId xmlns:a16="http://schemas.microsoft.com/office/drawing/2014/main" id="{CB29D2F4-5B6A-40D7-817C-A5F6248B586D}"/>
                </a:ext>
              </a:extLst>
            </p:cNvPr>
            <p:cNvSpPr/>
            <p:nvPr userDrawn="1"/>
          </p:nvSpPr>
          <p:spPr>
            <a:xfrm>
              <a:off x="12355040" y="5775516"/>
              <a:ext cx="360000" cy="360000"/>
            </a:xfrm>
            <a:prstGeom prst="rect">
              <a:avLst/>
            </a:prstGeom>
            <a:solidFill>
              <a:srgbClr val="CB29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4" name="Rectangle 43">
              <a:extLst>
                <a:ext uri="{FF2B5EF4-FFF2-40B4-BE49-F238E27FC236}">
                  <a16:creationId xmlns:a16="http://schemas.microsoft.com/office/drawing/2014/main" id="{465058F1-4FC7-42F2-9AF5-C5A15943DD1A}"/>
                </a:ext>
              </a:extLst>
            </p:cNvPr>
            <p:cNvSpPr/>
            <p:nvPr userDrawn="1"/>
          </p:nvSpPr>
          <p:spPr>
            <a:xfrm>
              <a:off x="12355040" y="5428149"/>
              <a:ext cx="360000" cy="360000"/>
            </a:xfrm>
            <a:prstGeom prst="rect">
              <a:avLst/>
            </a:prstGeom>
            <a:solidFill>
              <a:srgbClr val="86086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sp>
          <p:nvSpPr>
            <p:cNvPr id="45" name="Rectangle 44">
              <a:extLst>
                <a:ext uri="{FF2B5EF4-FFF2-40B4-BE49-F238E27FC236}">
                  <a16:creationId xmlns:a16="http://schemas.microsoft.com/office/drawing/2014/main" id="{F74AF38E-9752-4BB7-B058-1B420ABA652F}"/>
                </a:ext>
              </a:extLst>
            </p:cNvPr>
            <p:cNvSpPr/>
            <p:nvPr userDrawn="1"/>
          </p:nvSpPr>
          <p:spPr>
            <a:xfrm>
              <a:off x="12355040" y="4386048"/>
              <a:ext cx="360000" cy="360000"/>
            </a:xfrm>
            <a:prstGeom prst="rect">
              <a:avLst/>
            </a:prstGeom>
            <a:solidFill>
              <a:srgbClr val="4701A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spcAft>
                  <a:spcPts val="300"/>
                </a:spcAft>
              </a:pPr>
              <a:endParaRPr lang="en-GB" sz="900" dirty="0"/>
            </a:p>
          </p:txBody>
        </p:sp>
      </p:grpSp>
    </p:spTree>
    <p:extLst>
      <p:ext uri="{BB962C8B-B14F-4D97-AF65-F5344CB8AC3E}">
        <p14:creationId xmlns:p14="http://schemas.microsoft.com/office/powerpoint/2010/main" val="1516094791"/>
      </p:ext>
    </p:extLst>
  </p:cSld>
  <p:clrMap bg1="lt1" tx1="dk1" bg2="lt2" tx2="dk2" accent1="accent1" accent2="accent2" accent3="accent3" accent4="accent4" accent5="accent5" accent6="accent6" hlink="hlink" folHlink="folHlink"/>
  <p:sldLayoutIdLst>
    <p:sldLayoutId id="2147483908" r:id="rId1"/>
    <p:sldLayoutId id="2147483909" r:id="rId2"/>
    <p:sldLayoutId id="2147483910" r:id="rId3"/>
    <p:sldLayoutId id="2147483911" r:id="rId4"/>
    <p:sldLayoutId id="2147483912" r:id="rId5"/>
    <p:sldLayoutId id="2147483913" r:id="rId6"/>
    <p:sldLayoutId id="2147483914" r:id="rId7"/>
    <p:sldLayoutId id="2147483915" r:id="rId8"/>
    <p:sldLayoutId id="2147483917" r:id="rId9"/>
    <p:sldLayoutId id="2147483918" r:id="rId10"/>
    <p:sldLayoutId id="2147483919" r:id="rId11"/>
    <p:sldLayoutId id="2147483920" r:id="rId12"/>
    <p:sldLayoutId id="2147483921" r:id="rId13"/>
    <p:sldLayoutId id="2147483922" r:id="rId14"/>
    <p:sldLayoutId id="2147483923" r:id="rId15"/>
    <p:sldLayoutId id="2147483924" r:id="rId16"/>
  </p:sldLayoutIdLst>
  <p:txStyles>
    <p:titleStyle>
      <a:lvl1pPr algn="l" defTabSz="914342" rtl="0" eaLnBrk="1" latinLnBrk="0" hangingPunct="1">
        <a:lnSpc>
          <a:spcPct val="85000"/>
        </a:lnSpc>
        <a:spcBef>
          <a:spcPct val="0"/>
        </a:spcBef>
        <a:buNone/>
        <a:defRPr sz="3200" b="0" kern="1200">
          <a:solidFill>
            <a:schemeClr val="tx1"/>
          </a:solidFill>
          <a:latin typeface="+mj-lt"/>
          <a:ea typeface="+mj-ea"/>
          <a:cs typeface="+mj-cs"/>
        </a:defRPr>
      </a:lvl1pPr>
    </p:titleStyle>
    <p:bodyStyle>
      <a:lvl1pPr marL="166189" indent="-166189" algn="l" defTabSz="914342" rtl="0" eaLnBrk="1" latinLnBrk="0" hangingPunct="1">
        <a:lnSpc>
          <a:spcPct val="90000"/>
        </a:lnSpc>
        <a:spcBef>
          <a:spcPts val="0"/>
        </a:spcBef>
        <a:spcAft>
          <a:spcPts val="600"/>
        </a:spcAft>
        <a:buClr>
          <a:schemeClr val="accent5"/>
        </a:buClr>
        <a:buFont typeface="Wingdings" pitchFamily="2" charset="2"/>
        <a:buChar char="§"/>
        <a:defRPr sz="2200" b="0" kern="1200">
          <a:solidFill>
            <a:schemeClr val="tx2">
              <a:lumMod val="50000"/>
            </a:schemeClr>
          </a:solidFill>
          <a:latin typeface="+mn-lt"/>
          <a:ea typeface="+mn-ea"/>
          <a:cs typeface="+mn-cs"/>
        </a:defRPr>
      </a:lvl1pPr>
      <a:lvl2pPr marL="355600" indent="-180975" algn="l" defTabSz="914342" rtl="0" eaLnBrk="1" latinLnBrk="0" hangingPunct="1">
        <a:lnSpc>
          <a:spcPct val="90000"/>
        </a:lnSpc>
        <a:spcBef>
          <a:spcPts val="0"/>
        </a:spcBef>
        <a:spcAft>
          <a:spcPts val="600"/>
        </a:spcAft>
        <a:buClr>
          <a:schemeClr val="accent3"/>
        </a:buClr>
        <a:buFont typeface="Wingdings" pitchFamily="2" charset="2"/>
        <a:buChar char="§"/>
        <a:defRPr sz="1800" kern="1200">
          <a:solidFill>
            <a:schemeClr val="tx2">
              <a:lumMod val="50000"/>
            </a:schemeClr>
          </a:solidFill>
          <a:latin typeface="+mn-lt"/>
          <a:ea typeface="+mn-ea"/>
          <a:cs typeface="+mn-cs"/>
        </a:defRPr>
      </a:lvl2pPr>
      <a:lvl3pPr marL="536575" indent="-165100" algn="l" defTabSz="914342" rtl="0" eaLnBrk="1" latinLnBrk="0" hangingPunct="1">
        <a:lnSpc>
          <a:spcPct val="90000"/>
        </a:lnSpc>
        <a:spcBef>
          <a:spcPts val="0"/>
        </a:spcBef>
        <a:spcAft>
          <a:spcPts val="600"/>
        </a:spcAft>
        <a:buClr>
          <a:schemeClr val="accent2"/>
        </a:buClr>
        <a:buFont typeface="Arial" pitchFamily="34" charset="0"/>
        <a:buChar char="•"/>
        <a:defRPr sz="1600" kern="1200">
          <a:solidFill>
            <a:schemeClr val="tx2">
              <a:lumMod val="50000"/>
            </a:schemeClr>
          </a:solidFill>
          <a:latin typeface="+mn-lt"/>
          <a:ea typeface="+mn-ea"/>
          <a:cs typeface="+mn-cs"/>
        </a:defRPr>
      </a:lvl3pPr>
      <a:lvl4pPr marL="711200" indent="-165100" algn="l" defTabSz="914342" rtl="0" eaLnBrk="1" latinLnBrk="0" hangingPunct="1">
        <a:lnSpc>
          <a:spcPct val="90000"/>
        </a:lnSpc>
        <a:spcBef>
          <a:spcPts val="0"/>
        </a:spcBef>
        <a:spcAft>
          <a:spcPts val="600"/>
        </a:spcAft>
        <a:buClr>
          <a:schemeClr val="bg2"/>
        </a:buClr>
        <a:buFont typeface="Arial" pitchFamily="34" charset="0"/>
        <a:buChar char="–"/>
        <a:defRPr sz="1400" kern="1200">
          <a:solidFill>
            <a:schemeClr val="tx2">
              <a:lumMod val="50000"/>
            </a:schemeClr>
          </a:solidFill>
          <a:latin typeface="+mn-lt"/>
          <a:ea typeface="+mn-ea"/>
          <a:cs typeface="+mn-cs"/>
        </a:defRPr>
      </a:lvl4pPr>
      <a:lvl5pPr marL="1609624" indent="-193663" algn="l" defTabSz="914342" rtl="0" eaLnBrk="1" latinLnBrk="0" hangingPunct="1">
        <a:spcBef>
          <a:spcPts val="0"/>
        </a:spcBef>
        <a:buClr>
          <a:srgbClr val="B1B1B1"/>
        </a:buClr>
        <a:buFont typeface="Arial" pitchFamily="34" charset="0"/>
        <a:buChar char="–"/>
        <a:defRPr sz="1700" kern="1200">
          <a:solidFill>
            <a:srgbClr val="494949"/>
          </a:solidFill>
          <a:latin typeface="+mn-lt"/>
          <a:ea typeface="+mn-ea"/>
          <a:cs typeface="+mn-cs"/>
        </a:defRPr>
      </a:lvl5pPr>
      <a:lvl6pPr marL="2514441"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12"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783"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954" indent="-228586" algn="l" defTabSz="9143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342" rtl="0" eaLnBrk="1" latinLnBrk="0" hangingPunct="1">
        <a:defRPr sz="1800" kern="1200">
          <a:solidFill>
            <a:schemeClr val="tx1"/>
          </a:solidFill>
          <a:latin typeface="+mn-lt"/>
          <a:ea typeface="+mn-ea"/>
          <a:cs typeface="+mn-cs"/>
        </a:defRPr>
      </a:lvl1pPr>
      <a:lvl2pPr marL="457171" algn="l" defTabSz="914342" rtl="0" eaLnBrk="1" latinLnBrk="0" hangingPunct="1">
        <a:defRPr sz="1800" kern="1200">
          <a:solidFill>
            <a:schemeClr val="tx1"/>
          </a:solidFill>
          <a:latin typeface="+mn-lt"/>
          <a:ea typeface="+mn-ea"/>
          <a:cs typeface="+mn-cs"/>
        </a:defRPr>
      </a:lvl2pPr>
      <a:lvl3pPr marL="914342" algn="l" defTabSz="914342" rtl="0" eaLnBrk="1" latinLnBrk="0" hangingPunct="1">
        <a:defRPr sz="1800" kern="1200">
          <a:solidFill>
            <a:schemeClr val="tx1"/>
          </a:solidFill>
          <a:latin typeface="+mn-lt"/>
          <a:ea typeface="+mn-ea"/>
          <a:cs typeface="+mn-cs"/>
        </a:defRPr>
      </a:lvl3pPr>
      <a:lvl4pPr marL="1371513" algn="l" defTabSz="914342" rtl="0" eaLnBrk="1" latinLnBrk="0" hangingPunct="1">
        <a:defRPr sz="1800" kern="1200">
          <a:solidFill>
            <a:schemeClr val="tx1"/>
          </a:solidFill>
          <a:latin typeface="+mn-lt"/>
          <a:ea typeface="+mn-ea"/>
          <a:cs typeface="+mn-cs"/>
        </a:defRPr>
      </a:lvl4pPr>
      <a:lvl5pPr marL="1828684" algn="l" defTabSz="914342" rtl="0" eaLnBrk="1" latinLnBrk="0" hangingPunct="1">
        <a:defRPr sz="1800" kern="1200">
          <a:solidFill>
            <a:schemeClr val="tx1"/>
          </a:solidFill>
          <a:latin typeface="+mn-lt"/>
          <a:ea typeface="+mn-ea"/>
          <a:cs typeface="+mn-cs"/>
        </a:defRPr>
      </a:lvl5pPr>
      <a:lvl6pPr marL="2285855" algn="l" defTabSz="914342" rtl="0" eaLnBrk="1" latinLnBrk="0" hangingPunct="1">
        <a:defRPr sz="1800" kern="1200">
          <a:solidFill>
            <a:schemeClr val="tx1"/>
          </a:solidFill>
          <a:latin typeface="+mn-lt"/>
          <a:ea typeface="+mn-ea"/>
          <a:cs typeface="+mn-cs"/>
        </a:defRPr>
      </a:lvl6pPr>
      <a:lvl7pPr marL="2743026" algn="l" defTabSz="914342" rtl="0" eaLnBrk="1" latinLnBrk="0" hangingPunct="1">
        <a:defRPr sz="1800" kern="1200">
          <a:solidFill>
            <a:schemeClr val="tx1"/>
          </a:solidFill>
          <a:latin typeface="+mn-lt"/>
          <a:ea typeface="+mn-ea"/>
          <a:cs typeface="+mn-cs"/>
        </a:defRPr>
      </a:lvl7pPr>
      <a:lvl8pPr marL="3200198" algn="l" defTabSz="914342" rtl="0" eaLnBrk="1" latinLnBrk="0" hangingPunct="1">
        <a:defRPr sz="1800" kern="1200">
          <a:solidFill>
            <a:schemeClr val="tx1"/>
          </a:solidFill>
          <a:latin typeface="+mn-lt"/>
          <a:ea typeface="+mn-ea"/>
          <a:cs typeface="+mn-cs"/>
        </a:defRPr>
      </a:lvl8pPr>
      <a:lvl9pPr marL="3657369" algn="l" defTabSz="9143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13"/>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spid="_x0000_s15370" name="think-cell Slide" r:id="rId14" imgW="270" imgH="270" progId="TCLayout.ActiveDocument.1">
                  <p:embed/>
                </p:oleObj>
              </mc:Choice>
              <mc:Fallback>
                <p:oleObj name="think-cell Slide" r:id="rId14" imgW="270" imgH="270" progId="TCLayout.ActiveDocument.1">
                  <p:embed/>
                  <p:pic>
                    <p:nvPicPr>
                      <p:cNvPr id="21" name="Object 20" hidden="1"/>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e 1"/>
          <p:cNvGrpSpPr/>
          <p:nvPr userDrawn="1"/>
        </p:nvGrpSpPr>
        <p:grpSpPr>
          <a:xfrm>
            <a:off x="11501102" y="171573"/>
            <a:ext cx="419436" cy="388988"/>
            <a:chOff x="11501102" y="171573"/>
            <a:chExt cx="419436" cy="388988"/>
          </a:xfrm>
        </p:grpSpPr>
        <p:sp>
          <p:nvSpPr>
            <p:cNvPr id="4109" name="Freeform 13"/>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sp>
          <p:nvSpPr>
            <p:cNvPr id="4110" name="Freeform 14"/>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a:p>
          </p:txBody>
        </p:sp>
      </p:grpSp>
      <p:sp>
        <p:nvSpPr>
          <p:cNvPr id="7" name="Retângulo 43">
            <a:extLst>
              <a:ext uri="{FF2B5EF4-FFF2-40B4-BE49-F238E27FC236}">
                <a16:creationId xmlns:a16="http://schemas.microsoft.com/office/drawing/2014/main" id="{25FC8637-25BD-4C09-AF25-56B4243DAB3D}"/>
              </a:ext>
            </a:extLst>
          </p:cNvPr>
          <p:cNvSpPr/>
          <p:nvPr userDrawn="1"/>
        </p:nvSpPr>
        <p:spPr>
          <a:xfrm>
            <a:off x="11751670" y="6650661"/>
            <a:ext cx="176330" cy="123111"/>
          </a:xfrm>
          <a:prstGeom prst="rect">
            <a:avLst/>
          </a:prstGeom>
        </p:spPr>
        <p:txBody>
          <a:bodyPr wrap="none" lIns="0" tIns="0" rIns="0" bIns="0" anchor="ctr" anchorCtr="0">
            <a:spAutoFit/>
          </a:bodyPr>
          <a:lstStyle/>
          <a:p>
            <a:pPr algn="r"/>
            <a:fld id="{0502E5A9-B53C-401E-A0E0-4A359BB0A9E5}" type="slidenum">
              <a:rPr lang="en-US" sz="800" smtClean="0">
                <a:solidFill>
                  <a:schemeClr val="bg1">
                    <a:lumMod val="65000"/>
                  </a:schemeClr>
                </a:solidFill>
                <a:cs typeface="Arial" panose="020B0604020202020204" pitchFamily="34" charset="0"/>
              </a:rPr>
              <a:pPr algn="r"/>
              <a:t>‹#›</a:t>
            </a:fld>
            <a:endParaRPr lang="en-US" sz="800" dirty="0">
              <a:solidFill>
                <a:schemeClr val="bg1">
                  <a:lumMod val="65000"/>
                </a:schemeClr>
              </a:solidFill>
              <a:cs typeface="Arial" panose="020B0604020202020204" pitchFamily="34" charset="0"/>
            </a:endParaRPr>
          </a:p>
        </p:txBody>
      </p:sp>
      <p:sp>
        <p:nvSpPr>
          <p:cNvPr id="6" name="Text Placeholder 7">
            <a:extLst>
              <a:ext uri="{FF2B5EF4-FFF2-40B4-BE49-F238E27FC236}">
                <a16:creationId xmlns:a16="http://schemas.microsoft.com/office/drawing/2014/main" id="{E824319D-02CC-441E-87B5-E9D15DE8CA35}"/>
              </a:ext>
            </a:extLst>
          </p:cNvPr>
          <p:cNvSpPr txBox="1">
            <a:spLocks/>
          </p:cNvSpPr>
          <p:nvPr userDrawn="1"/>
        </p:nvSpPr>
        <p:spPr>
          <a:xfrm>
            <a:off x="9017223" y="6650661"/>
            <a:ext cx="2664297" cy="123111"/>
          </a:xfrm>
          <a:prstGeom prst="rect">
            <a:avLst/>
          </a:prstGeom>
        </p:spPr>
        <p:txBody>
          <a:bodyPr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solidFill>
                  <a:schemeClr val="bg1">
                    <a:lumMod val="65000"/>
                  </a:schemeClr>
                </a:solidFill>
              </a:rPr>
              <a:t>© Capgemini 2017. All rights reserved  </a:t>
            </a:r>
            <a:r>
              <a:rPr lang="en-US" dirty="0">
                <a:solidFill>
                  <a:schemeClr val="accent2"/>
                </a:solidFill>
              </a:rPr>
              <a:t>|</a:t>
            </a:r>
          </a:p>
        </p:txBody>
      </p:sp>
      <p:sp>
        <p:nvSpPr>
          <p:cNvPr id="8" name="Text Placeholder 7">
            <a:extLst>
              <a:ext uri="{FF2B5EF4-FFF2-40B4-BE49-F238E27FC236}">
                <a16:creationId xmlns:a16="http://schemas.microsoft.com/office/drawing/2014/main" id="{E824319D-02CC-441E-87B5-E9D15DE8CA35}"/>
              </a:ext>
            </a:extLst>
          </p:cNvPr>
          <p:cNvSpPr txBox="1">
            <a:spLocks/>
          </p:cNvSpPr>
          <p:nvPr userDrawn="1"/>
        </p:nvSpPr>
        <p:spPr>
          <a:xfrm>
            <a:off x="227348" y="6650661"/>
            <a:ext cx="4716524" cy="123111"/>
          </a:xfrm>
          <a:prstGeom prst="rect">
            <a:avLst/>
          </a:prstGeom>
        </p:spPr>
        <p:txBody>
          <a:bodyPr wrap="none" lIns="0" tIns="0" rIns="0" bIns="0" anchor="ctr" anchorCtr="0">
            <a:noAutofit/>
          </a:bodyPr>
          <a:lstStyle>
            <a:lvl1pPr marL="0" indent="0" algn="l" defTabSz="914400" rtl="0" eaLnBrk="1" latinLnBrk="0" hangingPunct="1">
              <a:lnSpc>
                <a:spcPct val="100000"/>
              </a:lnSpc>
              <a:spcBef>
                <a:spcPts val="1000"/>
              </a:spcBef>
              <a:buFont typeface="Arial" panose="020B0604020202020204" pitchFamily="34" charset="0"/>
              <a:buNone/>
              <a:defRPr sz="800" kern="1200">
                <a:solidFill>
                  <a:srgbClr val="7F7F7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dirty="0">
                <a:solidFill>
                  <a:schemeClr val="bg1">
                    <a:lumMod val="65000"/>
                  </a:schemeClr>
                </a:solidFill>
              </a:rPr>
              <a:t>Presentation Title | Author | Date</a:t>
            </a:r>
          </a:p>
        </p:txBody>
      </p:sp>
      <p:sp>
        <p:nvSpPr>
          <p:cNvPr id="4" name="Espace réservé du texte 3"/>
          <p:cNvSpPr>
            <a:spLocks noGrp="1"/>
          </p:cNvSpPr>
          <p:nvPr userDrawn="1">
            <p:ph type="body" idx="1"/>
          </p:nvPr>
        </p:nvSpPr>
        <p:spPr>
          <a:xfrm>
            <a:off x="227348" y="1815352"/>
            <a:ext cx="11700000" cy="4466201"/>
          </a:xfrm>
          <a:prstGeom prst="rect">
            <a:avLst/>
          </a:prstGeom>
        </p:spPr>
        <p:txBody>
          <a:bodyPr vert="horz" lIns="0" tIns="0" rIns="0" bIns="0" rtlCol="0">
            <a:normAutofit/>
          </a:body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9" name="Espace réservé du titre 8"/>
          <p:cNvSpPr>
            <a:spLocks noGrp="1"/>
          </p:cNvSpPr>
          <p:nvPr>
            <p:ph type="title"/>
          </p:nvPr>
        </p:nvSpPr>
        <p:spPr>
          <a:xfrm>
            <a:off x="227349" y="0"/>
            <a:ext cx="11125236" cy="1104900"/>
          </a:xfrm>
          <a:prstGeom prst="rect">
            <a:avLst/>
          </a:prstGeom>
        </p:spPr>
        <p:txBody>
          <a:bodyPr vert="horz" lIns="0" tIns="0" rIns="0" bIns="0" rtlCol="0" anchor="ctr">
            <a:no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lang="fr-FR" dirty="0"/>
              <a:t>Click to insert </a:t>
            </a:r>
            <a:r>
              <a:rPr lang="fr-FR" dirty="0" err="1"/>
              <a:t>title</a:t>
            </a:r>
            <a:endParaRPr lang="en-US" dirty="0"/>
          </a:p>
        </p:txBody>
      </p:sp>
    </p:spTree>
    <p:extLst>
      <p:ext uri="{BB962C8B-B14F-4D97-AF65-F5344CB8AC3E}">
        <p14:creationId xmlns:p14="http://schemas.microsoft.com/office/powerpoint/2010/main" val="2066722123"/>
      </p:ext>
    </p:extLst>
  </p:cSld>
  <p:clrMap bg1="lt1" tx1="dk1" bg2="lt2" tx2="dk2" accent1="accent1" accent2="accent2" accent3="accent3" accent4="accent4" accent5="accent5" accent6="accent6" hlink="hlink" folHlink="folHlink"/>
  <p:sldLayoutIdLst>
    <p:sldLayoutId id="2147483958" r:id="rId1"/>
    <p:sldLayoutId id="2147483959" r:id="rId2"/>
    <p:sldLayoutId id="2147483960" r:id="rId3"/>
    <p:sldLayoutId id="2147483961" r:id="rId4"/>
    <p:sldLayoutId id="2147483962" r:id="rId5"/>
    <p:sldLayoutId id="2147483963" r:id="rId6"/>
    <p:sldLayoutId id="2147483964" r:id="rId7"/>
    <p:sldLayoutId id="2147483965" r:id="rId8"/>
    <p:sldLayoutId id="2147483966" r:id="rId9"/>
    <p:sldLayoutId id="2147483967" r:id="rId10"/>
  </p:sldLayoutIdLst>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266700" indent="-177800" algn="l" defTabSz="914400" rtl="0" eaLnBrk="1" latinLnBrk="0" hangingPunct="1">
        <a:lnSpc>
          <a:spcPct val="90000"/>
        </a:lnSpc>
        <a:spcBef>
          <a:spcPts val="500"/>
        </a:spcBef>
        <a:buClr>
          <a:schemeClr val="accent1"/>
        </a:buClr>
        <a:buFont typeface="Wingdings" panose="05000000000000000000" pitchFamily="2" charset="2"/>
        <a:buChar char="§"/>
        <a:defRPr sz="1800" kern="1200">
          <a:solidFill>
            <a:schemeClr val="tx1"/>
          </a:solidFill>
          <a:latin typeface="+mj-lt"/>
          <a:ea typeface="+mn-ea"/>
          <a:cs typeface="+mn-cs"/>
        </a:defRPr>
      </a:lvl2pPr>
      <a:lvl3pPr marL="444500" indent="-177800"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622300" indent="-177800" algn="l" defTabSz="914400" rtl="0" eaLnBrk="1" latinLnBrk="0" hangingPunct="1">
        <a:lnSpc>
          <a:spcPct val="90000"/>
        </a:lnSpc>
        <a:spcBef>
          <a:spcPts val="500"/>
        </a:spcBef>
        <a:buClr>
          <a:schemeClr val="accent3"/>
        </a:buClr>
        <a:buFont typeface="Verdana" panose="020B0604030504040204" pitchFamily="34" charset="0"/>
        <a:buChar char="‒"/>
        <a:defRPr sz="1400" kern="1200">
          <a:solidFill>
            <a:schemeClr val="tx1"/>
          </a:solidFill>
          <a:latin typeface="+mj-lt"/>
          <a:ea typeface="+mn-ea"/>
          <a:cs typeface="+mn-cs"/>
        </a:defRPr>
      </a:lvl4pPr>
      <a:lvl5pPr marL="812800" indent="-190500"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09">
          <p15:clr>
            <a:srgbClr val="F26B43"/>
          </p15:clr>
        </p15:guide>
        <p15:guide id="2" pos="7506">
          <p15:clr>
            <a:srgbClr val="F26B43"/>
          </p15:clr>
        </p15:guide>
        <p15:guide id="3" orient="horz" pos="4088">
          <p15:clr>
            <a:srgbClr val="F26B43"/>
          </p15:clr>
        </p15:guide>
        <p15:guide id="4" pos="143">
          <p15:clr>
            <a:srgbClr val="F26B43"/>
          </p15:clr>
        </p15:guide>
        <p15:guide id="5" orient="horz" pos="1139">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raubins.raj@capgemini.com" TargetMode="External"/><Relationship Id="rId2" Type="http://schemas.openxmlformats.org/officeDocument/2006/relationships/notesSlide" Target="../notesSlides/notesSlide1.xml"/><Relationship Id="rId1" Type="http://schemas.openxmlformats.org/officeDocument/2006/relationships/slideLayout" Target="../slideLayouts/slideLayout26.xml"/><Relationship Id="rId4"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3">
            <a:extLst>
              <a:ext uri="{FF2B5EF4-FFF2-40B4-BE49-F238E27FC236}">
                <a16:creationId xmlns:a16="http://schemas.microsoft.com/office/drawing/2014/main" id="{B8B0DC3D-A319-4B78-A461-3FAC5C106C85}"/>
              </a:ext>
            </a:extLst>
          </p:cNvPr>
          <p:cNvGraphicFramePr>
            <a:graphicFrameLocks noGrp="1"/>
          </p:cNvGraphicFramePr>
          <p:nvPr>
            <p:extLst>
              <p:ext uri="{D42A27DB-BD31-4B8C-83A1-F6EECF244321}">
                <p14:modId xmlns:p14="http://schemas.microsoft.com/office/powerpoint/2010/main" val="209367871"/>
              </p:ext>
            </p:extLst>
          </p:nvPr>
        </p:nvGraphicFramePr>
        <p:xfrm>
          <a:off x="9229514" y="1752600"/>
          <a:ext cx="2962486" cy="4114801"/>
        </p:xfrm>
        <a:graphic>
          <a:graphicData uri="http://schemas.openxmlformats.org/drawingml/2006/table">
            <a:tbl>
              <a:tblPr firstRow="1" bandRow="1">
                <a:tableStyleId>{0E3FDE45-AF77-4B5C-9715-49D594BDF05E}</a:tableStyleId>
              </a:tblPr>
              <a:tblGrid>
                <a:gridCol w="981286">
                  <a:extLst>
                    <a:ext uri="{9D8B030D-6E8A-4147-A177-3AD203B41FA5}">
                      <a16:colId xmlns:a16="http://schemas.microsoft.com/office/drawing/2014/main" val="3331298770"/>
                    </a:ext>
                  </a:extLst>
                </a:gridCol>
                <a:gridCol w="1981200">
                  <a:extLst>
                    <a:ext uri="{9D8B030D-6E8A-4147-A177-3AD203B41FA5}">
                      <a16:colId xmlns:a16="http://schemas.microsoft.com/office/drawing/2014/main" val="879084521"/>
                    </a:ext>
                  </a:extLst>
                </a:gridCol>
              </a:tblGrid>
              <a:tr h="734609">
                <a:tc>
                  <a:txBody>
                    <a:bodyPr/>
                    <a:lstStyle/>
                    <a:p>
                      <a:pPr>
                        <a:lnSpc>
                          <a:spcPct val="150000"/>
                        </a:lnSpc>
                      </a:pPr>
                      <a:r>
                        <a:rPr kumimoji="0" lang="en-US" sz="900" b="1"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Backend</a:t>
                      </a:r>
                      <a:endPar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900" b="0" u="none" strike="noStrike" kern="1200" cap="none" spc="0" normalizeH="0" baseline="0" noProof="0" dirty="0">
                          <a:ln>
                            <a:noFill/>
                          </a:ln>
                          <a:effectLst/>
                          <a:uLnTx/>
                          <a:uFillTx/>
                        </a:rPr>
                        <a:t>Java Basics, OOPS, Generics, Collections, Arrays, Loops and Stream API</a:t>
                      </a:r>
                    </a:p>
                  </a:txBody>
                  <a:tcPr/>
                </a:tc>
                <a:extLst>
                  <a:ext uri="{0D108BD9-81ED-4DB2-BD59-A6C34878D82A}">
                    <a16:rowId xmlns:a16="http://schemas.microsoft.com/office/drawing/2014/main" val="3727898659"/>
                  </a:ext>
                </a:extLst>
              </a:tr>
              <a:tr h="801787">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Framework</a:t>
                      </a:r>
                      <a:endPar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Spring Boot, Spring Core, Spring Data JPA</a:t>
                      </a:r>
                    </a:p>
                  </a:txBody>
                  <a:tcPr/>
                </a:tc>
                <a:extLst>
                  <a:ext uri="{0D108BD9-81ED-4DB2-BD59-A6C34878D82A}">
                    <a16:rowId xmlns:a16="http://schemas.microsoft.com/office/drawing/2014/main" val="3294054581"/>
                  </a:ext>
                </a:extLst>
              </a:tr>
              <a:tr h="1090413">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Frontend</a:t>
                      </a:r>
                    </a:p>
                  </a:txBody>
                  <a:tcPr/>
                </a:tc>
                <a:tc>
                  <a:txBody>
                    <a:bodyPr/>
                    <a:lstStyle/>
                    <a:p>
                      <a:pPr marL="0" lvl="1" indent="0" algn="l" defTabSz="914400" rtl="0" eaLnBrk="1" latinLnBrk="0" hangingPunct="1">
                        <a:lnSpc>
                          <a:spcPct val="150000"/>
                        </a:lnSpc>
                        <a:buFont typeface="Arial" panose="020B0604020202020204" pitchFamily="34" charset="0"/>
                        <a:buNone/>
                      </a:pPr>
                      <a:r>
                        <a:rPr kumimoji="0" lang="en-US" sz="900" b="0" i="0" u="none" strike="noStrike" kern="1200" cap="none" spc="0" normalizeH="0" baseline="0" dirty="0">
                          <a:ln>
                            <a:noFill/>
                          </a:ln>
                          <a:solidFill>
                            <a:schemeClr val="tx1"/>
                          </a:solidFill>
                          <a:effectLst/>
                          <a:uLnTx/>
                          <a:uFillTx/>
                          <a:latin typeface="+mn-lt"/>
                          <a:ea typeface="+mn-ea"/>
                          <a:cs typeface="+mn-cs"/>
                        </a:rPr>
                        <a:t>Html, CSS, JavaScript, React,</a:t>
                      </a:r>
                    </a:p>
                    <a:p>
                      <a:pPr marL="0" lvl="1" indent="0" algn="l" defTabSz="914400" rtl="0" eaLnBrk="1" latinLnBrk="0" hangingPunct="1">
                        <a:lnSpc>
                          <a:spcPct val="150000"/>
                        </a:lnSpc>
                        <a:buFont typeface="Arial" panose="020B0604020202020204" pitchFamily="34" charset="0"/>
                        <a:buNone/>
                      </a:pPr>
                      <a:r>
                        <a:rPr kumimoji="0" lang="en-US" sz="900" b="0" i="0" u="none" strike="noStrike" kern="1200" cap="none" spc="0" normalizeH="0" baseline="0">
                          <a:ln>
                            <a:noFill/>
                          </a:ln>
                          <a:solidFill>
                            <a:schemeClr val="tx1"/>
                          </a:solidFill>
                          <a:effectLst/>
                          <a:uLnTx/>
                          <a:uFillTx/>
                          <a:latin typeface="+mn-lt"/>
                          <a:ea typeface="+mn-ea"/>
                          <a:cs typeface="+mn-cs"/>
                        </a:rPr>
                        <a:t>Bootstrap</a:t>
                      </a:r>
                      <a:endPar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extLst>
                  <a:ext uri="{0D108BD9-81ED-4DB2-BD59-A6C34878D82A}">
                    <a16:rowId xmlns:a16="http://schemas.microsoft.com/office/drawing/2014/main" val="2781158786"/>
                  </a:ext>
                </a:extLst>
              </a:tr>
              <a:tr h="728897">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Database</a:t>
                      </a: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PostgreSQL and MongoDB</a:t>
                      </a:r>
                    </a:p>
                  </a:txBody>
                  <a:tcPr/>
                </a:tc>
                <a:extLst>
                  <a:ext uri="{0D108BD9-81ED-4DB2-BD59-A6C34878D82A}">
                    <a16:rowId xmlns:a16="http://schemas.microsoft.com/office/drawing/2014/main" val="2298680090"/>
                  </a:ext>
                </a:extLst>
              </a:tr>
              <a:tr h="759095">
                <a:tc>
                  <a:txBody>
                    <a:bodyPr/>
                    <a:lstStyle/>
                    <a:p>
                      <a:pPr>
                        <a:lnSpc>
                          <a:spcPct val="150000"/>
                        </a:lnSpc>
                      </a:pPr>
                      <a:r>
                        <a:rPr kumimoji="0" lang="en-US" sz="900" b="1" i="0" u="none" strike="noStrike" kern="1200" cap="none" spc="0" normalizeH="0" baseline="0" dirty="0">
                          <a:ln>
                            <a:noFill/>
                          </a:ln>
                          <a:solidFill>
                            <a:prstClr val="black"/>
                          </a:solidFill>
                          <a:effectLst/>
                          <a:uLnTx/>
                          <a:uFillTx/>
                          <a:latin typeface="Verdana" panose="020B0604030504040204" pitchFamily="34" charset="0"/>
                          <a:ea typeface="+mn-ea"/>
                          <a:cs typeface="+mn-cs"/>
                        </a:rPr>
                        <a:t>Tools</a:t>
                      </a:r>
                    </a:p>
                  </a:txBody>
                  <a:tcPr/>
                </a:tc>
                <a:tc>
                  <a:txBody>
                    <a:bodyPr/>
                    <a:lstStyle/>
                    <a:p>
                      <a:pPr>
                        <a:lnSpc>
                          <a:spcPct val="150000"/>
                        </a:lnSpc>
                      </a:pPr>
                      <a:r>
                        <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rPr>
                        <a:t>Git, Postman, Gradle, IDE, Eclipse, Visual Studio Code</a:t>
                      </a:r>
                    </a:p>
                    <a:p>
                      <a:pPr>
                        <a:lnSpc>
                          <a:spcPct val="150000"/>
                        </a:lnSpc>
                      </a:pPr>
                      <a:endParaRPr kumimoji="0" lang="en-US" sz="900" b="0" i="0" u="none" strike="noStrike" kern="1200" cap="none" spc="0" normalizeH="0" baseline="0" dirty="0">
                        <a:ln>
                          <a:noFill/>
                        </a:ln>
                        <a:solidFill>
                          <a:prstClr val="black"/>
                        </a:solidFill>
                        <a:effectLst/>
                        <a:uLnTx/>
                        <a:uFillTx/>
                        <a:latin typeface="Verdana" panose="020B0604030504040204" pitchFamily="34" charset="0"/>
                        <a:ea typeface="+mn-ea"/>
                        <a:cs typeface="+mn-cs"/>
                      </a:endParaRPr>
                    </a:p>
                  </a:txBody>
                  <a:tcPr/>
                </a:tc>
                <a:extLst>
                  <a:ext uri="{0D108BD9-81ED-4DB2-BD59-A6C34878D82A}">
                    <a16:rowId xmlns:a16="http://schemas.microsoft.com/office/drawing/2014/main" val="645317192"/>
                  </a:ext>
                </a:extLst>
              </a:tr>
            </a:tbl>
          </a:graphicData>
        </a:graphic>
      </p:graphicFrame>
      <p:sp>
        <p:nvSpPr>
          <p:cNvPr id="7170" name="Text Placeholder 18">
            <a:extLst>
              <a:ext uri="{FF2B5EF4-FFF2-40B4-BE49-F238E27FC236}">
                <a16:creationId xmlns:a16="http://schemas.microsoft.com/office/drawing/2014/main" id="{4EF0A5D5-CB77-4BCF-86BB-EC8AFA4AA0E3}"/>
              </a:ext>
            </a:extLst>
          </p:cNvPr>
          <p:cNvSpPr>
            <a:spLocks noGrp="1"/>
          </p:cNvSpPr>
          <p:nvPr>
            <p:ph type="body" sz="quarter" idx="36"/>
          </p:nvPr>
        </p:nvSpPr>
        <p:spPr>
          <a:xfrm>
            <a:off x="4837113" y="2995613"/>
            <a:ext cx="4008437" cy="2947987"/>
          </a:xfrm>
        </p:spPr>
        <p:txBody>
          <a:bodyPr/>
          <a:lstStyle/>
          <a:p>
            <a:pPr eaLnBrk="1" hangingPunct="1">
              <a:lnSpc>
                <a:spcPct val="114000"/>
              </a:lnSpc>
            </a:pPr>
            <a:r>
              <a:rPr lang="en-US" altLang="en-US" sz="1200" b="1" dirty="0"/>
              <a:t>Project on IPL Fantasy League</a:t>
            </a:r>
          </a:p>
          <a:p>
            <a:pPr marL="171450" indent="-171450" eaLnBrk="1" hangingPunct="1">
              <a:buFont typeface="Arial" panose="020B0604020202020204" pitchFamily="34" charset="0"/>
              <a:buChar char="•"/>
            </a:pPr>
            <a:r>
              <a:rPr lang="en-US" altLang="en-US" sz="1200" dirty="0"/>
              <a:t>IPL Fantasy League is a web-based application for bidding. This application will have two types of users namely, admin and bidder.</a:t>
            </a:r>
          </a:p>
          <a:p>
            <a:pPr marL="171450" indent="-171450" eaLnBrk="1" hangingPunct="1">
              <a:buFont typeface="Arial" panose="020B0604020202020204" pitchFamily="34" charset="0"/>
              <a:buChar char="•"/>
            </a:pPr>
            <a:r>
              <a:rPr lang="en-US" altLang="en-US" sz="1200" dirty="0"/>
              <a:t>Bidder can sign in with the help of email-id or social login.</a:t>
            </a:r>
          </a:p>
          <a:p>
            <a:pPr marL="171450" indent="-171450" eaLnBrk="1" hangingPunct="1">
              <a:buFont typeface="Arial" panose="020B0604020202020204" pitchFamily="34" charset="0"/>
              <a:buChar char="•"/>
            </a:pPr>
            <a:r>
              <a:rPr lang="en-US" altLang="en-US" sz="1200" dirty="0"/>
              <a:t>Admin is responsible for scheduling and rescheduling of matches, updating team stats.</a:t>
            </a:r>
          </a:p>
          <a:p>
            <a:pPr marL="171450" indent="-171450" eaLnBrk="1" hangingPunct="1">
              <a:buFont typeface="Arial" panose="020B0604020202020204" pitchFamily="34" charset="0"/>
              <a:buChar char="•"/>
            </a:pPr>
            <a:r>
              <a:rPr lang="en-US" altLang="en-US" sz="1200" dirty="0"/>
              <a:t>Tools used are Visual Studio Code &amp; Spring Boot.</a:t>
            </a:r>
          </a:p>
          <a:p>
            <a:pPr eaLnBrk="1" hangingPunct="1">
              <a:lnSpc>
                <a:spcPct val="114000"/>
              </a:lnSpc>
            </a:pPr>
            <a:endParaRPr lang="en-IN" altLang="nl-NL" b="1" dirty="0"/>
          </a:p>
          <a:p>
            <a:pPr eaLnBrk="1" hangingPunct="1">
              <a:lnSpc>
                <a:spcPct val="114000"/>
              </a:lnSpc>
            </a:pPr>
            <a:r>
              <a:rPr lang="en-IN" altLang="nl-NL" b="1" dirty="0"/>
              <a:t> </a:t>
            </a:r>
          </a:p>
          <a:p>
            <a:pPr eaLnBrk="1" hangingPunct="1">
              <a:lnSpc>
                <a:spcPct val="114000"/>
              </a:lnSpc>
            </a:pPr>
            <a:endParaRPr lang="en-IN" altLang="en-US" dirty="0"/>
          </a:p>
          <a:p>
            <a:pPr eaLnBrk="1" hangingPunct="1">
              <a:lnSpc>
                <a:spcPct val="114000"/>
              </a:lnSpc>
            </a:pPr>
            <a:endParaRPr lang="en-US" altLang="nl-NL" b="1"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IN" altLang="en-US" dirty="0"/>
          </a:p>
          <a:p>
            <a:pPr eaLnBrk="1" hangingPunct="1">
              <a:lnSpc>
                <a:spcPct val="114000"/>
              </a:lnSpc>
            </a:pPr>
            <a:endParaRPr lang="en-US" altLang="nl-NL" b="1" dirty="0"/>
          </a:p>
          <a:p>
            <a:pPr eaLnBrk="1" hangingPunct="1">
              <a:lnSpc>
                <a:spcPct val="114000"/>
              </a:lnSpc>
            </a:pPr>
            <a:br>
              <a:rPr lang="en-US" altLang="nl-NL" dirty="0"/>
            </a:br>
            <a:br>
              <a:rPr lang="en-US" altLang="nl-NL" dirty="0"/>
            </a:br>
            <a:endParaRPr lang="nl-NL" altLang="nl-NL" dirty="0"/>
          </a:p>
        </p:txBody>
      </p:sp>
      <p:sp>
        <p:nvSpPr>
          <p:cNvPr id="7171" name="Text Placeholder 21">
            <a:extLst>
              <a:ext uri="{FF2B5EF4-FFF2-40B4-BE49-F238E27FC236}">
                <a16:creationId xmlns:a16="http://schemas.microsoft.com/office/drawing/2014/main" id="{FF4CCF3B-4887-442F-A757-E5908FA1808D}"/>
              </a:ext>
            </a:extLst>
          </p:cNvPr>
          <p:cNvSpPr>
            <a:spLocks noGrp="1"/>
          </p:cNvSpPr>
          <p:nvPr>
            <p:ph type="body" sz="quarter" idx="42"/>
          </p:nvPr>
        </p:nvSpPr>
        <p:spPr>
          <a:xfrm>
            <a:off x="2468563" y="665163"/>
            <a:ext cx="6056312" cy="322262"/>
          </a:xfrm>
        </p:spPr>
        <p:txBody>
          <a:bodyPr/>
          <a:lstStyle/>
          <a:p>
            <a:pPr fontAlgn="base">
              <a:spcBef>
                <a:spcPct val="0"/>
              </a:spcBef>
            </a:pPr>
            <a:r>
              <a:rPr lang="nl-NL" altLang="nl-NL" dirty="0"/>
              <a:t>Analyst/Software Engineer</a:t>
            </a:r>
          </a:p>
        </p:txBody>
      </p:sp>
      <p:sp>
        <p:nvSpPr>
          <p:cNvPr id="7172" name="Text Placeholder 22">
            <a:extLst>
              <a:ext uri="{FF2B5EF4-FFF2-40B4-BE49-F238E27FC236}">
                <a16:creationId xmlns:a16="http://schemas.microsoft.com/office/drawing/2014/main" id="{994FC039-D8C9-4401-93CE-88467263C848}"/>
              </a:ext>
            </a:extLst>
          </p:cNvPr>
          <p:cNvSpPr>
            <a:spLocks noGrp="1"/>
          </p:cNvSpPr>
          <p:nvPr>
            <p:ph type="body" sz="quarter" idx="43"/>
          </p:nvPr>
        </p:nvSpPr>
        <p:spPr>
          <a:xfrm>
            <a:off x="3649663" y="1353344"/>
            <a:ext cx="2374900" cy="295275"/>
          </a:xfrm>
        </p:spPr>
        <p:txBody>
          <a:bodyPr/>
          <a:lstStyle/>
          <a:p>
            <a:pPr eaLnBrk="1" hangingPunct="1"/>
            <a:r>
              <a:rPr lang="nl-NL" altLang="nl-NL" dirty="0"/>
              <a:t>Mumbai</a:t>
            </a:r>
          </a:p>
          <a:p>
            <a:pPr eaLnBrk="1" hangingPunct="1"/>
            <a:endParaRPr lang="nl-NL" altLang="nl-NL" dirty="0"/>
          </a:p>
        </p:txBody>
      </p:sp>
      <p:sp>
        <p:nvSpPr>
          <p:cNvPr id="7173" name="Text Placeholder 24">
            <a:extLst>
              <a:ext uri="{FF2B5EF4-FFF2-40B4-BE49-F238E27FC236}">
                <a16:creationId xmlns:a16="http://schemas.microsoft.com/office/drawing/2014/main" id="{0DF2099D-8FC2-44CE-AB60-E2C2257CB05D}"/>
              </a:ext>
            </a:extLst>
          </p:cNvPr>
          <p:cNvSpPr>
            <a:spLocks noGrp="1"/>
          </p:cNvSpPr>
          <p:nvPr>
            <p:ph type="body" sz="quarter" idx="47"/>
          </p:nvPr>
        </p:nvSpPr>
        <p:spPr>
          <a:xfrm>
            <a:off x="3274662" y="1583421"/>
            <a:ext cx="2428133" cy="267872"/>
          </a:xfrm>
        </p:spPr>
        <p:txBody>
          <a:bodyPr/>
          <a:lstStyle/>
          <a:p>
            <a:pPr eaLnBrk="1" hangingPunct="1"/>
            <a:r>
              <a:rPr lang="nl-NL" altLang="nl-NL" dirty="0">
                <a:hlinkClick r:id="rId3"/>
              </a:rPr>
              <a:t>nihal.vernekar@capgemini.com</a:t>
            </a:r>
            <a:r>
              <a:rPr lang="nl-NL" altLang="nl-NL" dirty="0"/>
              <a:t> </a:t>
            </a:r>
          </a:p>
        </p:txBody>
      </p:sp>
      <p:sp>
        <p:nvSpPr>
          <p:cNvPr id="7174" name="Text Placeholder 25">
            <a:extLst>
              <a:ext uri="{FF2B5EF4-FFF2-40B4-BE49-F238E27FC236}">
                <a16:creationId xmlns:a16="http://schemas.microsoft.com/office/drawing/2014/main" id="{8B11FF61-9AA9-42E0-800D-B94AC06E095E}"/>
              </a:ext>
            </a:extLst>
          </p:cNvPr>
          <p:cNvSpPr>
            <a:spLocks noGrp="1"/>
          </p:cNvSpPr>
          <p:nvPr>
            <p:ph type="body" sz="quarter" idx="48"/>
          </p:nvPr>
        </p:nvSpPr>
        <p:spPr>
          <a:xfrm>
            <a:off x="3334142" y="1838324"/>
            <a:ext cx="2382837" cy="330200"/>
          </a:xfrm>
        </p:spPr>
        <p:txBody>
          <a:bodyPr/>
          <a:lstStyle/>
          <a:p>
            <a:pPr eaLnBrk="1" hangingPunct="1"/>
            <a:r>
              <a:rPr lang="nl-NL" altLang="nl-NL" dirty="0"/>
              <a:t>+91 8495946244</a:t>
            </a:r>
          </a:p>
        </p:txBody>
      </p:sp>
      <p:sp>
        <p:nvSpPr>
          <p:cNvPr id="7175" name="Text Placeholder 26">
            <a:extLst>
              <a:ext uri="{FF2B5EF4-FFF2-40B4-BE49-F238E27FC236}">
                <a16:creationId xmlns:a16="http://schemas.microsoft.com/office/drawing/2014/main" id="{BADEA8C0-D1A3-4608-9E63-683339DCC944}"/>
              </a:ext>
            </a:extLst>
          </p:cNvPr>
          <p:cNvSpPr>
            <a:spLocks noGrp="1"/>
          </p:cNvSpPr>
          <p:nvPr>
            <p:ph type="body" sz="quarter" idx="50"/>
          </p:nvPr>
        </p:nvSpPr>
        <p:spPr>
          <a:xfrm>
            <a:off x="438150" y="2995613"/>
            <a:ext cx="4057650" cy="2947987"/>
          </a:xfrm>
        </p:spPr>
        <p:txBody>
          <a:bodyPr/>
          <a:lstStyle/>
          <a:p>
            <a:r>
              <a:rPr lang="en-US" altLang="en-US" sz="1200" b="1" dirty="0"/>
              <a:t>Full Stack Developer trained on Java Hands on experience in</a:t>
            </a:r>
            <a:endParaRPr lang="en-US" sz="1200" dirty="0"/>
          </a:p>
          <a:p>
            <a:pPr marL="171450" indent="-171450">
              <a:buFont typeface="Arial" panose="020B0604020202020204" pitchFamily="34" charset="0"/>
              <a:buChar char="•"/>
            </a:pPr>
            <a:r>
              <a:rPr lang="en-US" sz="1200" dirty="0"/>
              <a:t>Core Java</a:t>
            </a:r>
          </a:p>
          <a:p>
            <a:pPr marL="171450" indent="-171450">
              <a:buFont typeface="Arial" panose="020B0604020202020204" pitchFamily="34" charset="0"/>
              <a:buChar char="•"/>
            </a:pPr>
            <a:r>
              <a:rPr lang="en-US" sz="1200" dirty="0"/>
              <a:t>Spring Framework</a:t>
            </a:r>
          </a:p>
          <a:p>
            <a:pPr marL="171450" indent="-171450">
              <a:buFont typeface="Arial" panose="020B0604020202020204" pitchFamily="34" charset="0"/>
              <a:buChar char="•"/>
            </a:pPr>
            <a:r>
              <a:rPr lang="en-US" sz="1200" dirty="0"/>
              <a:t>Git and GitHub</a:t>
            </a:r>
          </a:p>
          <a:p>
            <a:pPr marL="171450" indent="-171450">
              <a:buFont typeface="Arial" panose="020B0604020202020204" pitchFamily="34" charset="0"/>
              <a:buChar char="•"/>
            </a:pPr>
            <a:r>
              <a:rPr lang="en-US" sz="1200" dirty="0"/>
              <a:t>JPA with Hibernate</a:t>
            </a:r>
          </a:p>
          <a:p>
            <a:pPr marL="171450" indent="-171450">
              <a:buFont typeface="Arial" panose="020B0604020202020204" pitchFamily="34" charset="0"/>
              <a:buChar char="•"/>
            </a:pPr>
            <a:r>
              <a:rPr lang="en-US" sz="1200" dirty="0"/>
              <a:t>MongoDB and Postgres</a:t>
            </a:r>
          </a:p>
          <a:p>
            <a:pPr marL="171450" indent="-171450">
              <a:buFont typeface="Arial" panose="020B0604020202020204" pitchFamily="34" charset="0"/>
              <a:buChar char="•"/>
            </a:pPr>
            <a:r>
              <a:rPr lang="en-US" sz="1200" dirty="0"/>
              <a:t>HTML, CSS and JavaScript</a:t>
            </a:r>
          </a:p>
          <a:p>
            <a:pPr marL="171450" indent="-171450">
              <a:buFont typeface="Arial" panose="020B0604020202020204" pitchFamily="34" charset="0"/>
              <a:buChar char="•"/>
            </a:pPr>
            <a:r>
              <a:rPr lang="en-US" sz="1200" dirty="0"/>
              <a:t>React</a:t>
            </a:r>
          </a:p>
          <a:p>
            <a:br>
              <a:rPr lang="en-US" altLang="nl-NL" dirty="0"/>
            </a:br>
            <a:endParaRPr lang="en-US" altLang="nl-NL" dirty="0"/>
          </a:p>
        </p:txBody>
      </p:sp>
      <p:sp>
        <p:nvSpPr>
          <p:cNvPr id="7178" name="Text Placeholder 1">
            <a:extLst>
              <a:ext uri="{FF2B5EF4-FFF2-40B4-BE49-F238E27FC236}">
                <a16:creationId xmlns:a16="http://schemas.microsoft.com/office/drawing/2014/main" id="{3959C7F9-3FBF-4100-BACD-7A75D3D2E90B}"/>
              </a:ext>
            </a:extLst>
          </p:cNvPr>
          <p:cNvSpPr>
            <a:spLocks noGrp="1"/>
          </p:cNvSpPr>
          <p:nvPr>
            <p:ph type="body" sz="quarter" idx="41"/>
          </p:nvPr>
        </p:nvSpPr>
        <p:spPr>
          <a:xfrm>
            <a:off x="2466975" y="237223"/>
            <a:ext cx="6223000" cy="306387"/>
          </a:xfrm>
        </p:spPr>
        <p:txBody>
          <a:bodyPr/>
          <a:lstStyle/>
          <a:p>
            <a:r>
              <a:rPr lang="en-IN" altLang="en-US" dirty="0"/>
              <a:t>Nihal Vernekar</a:t>
            </a:r>
          </a:p>
        </p:txBody>
      </p:sp>
      <p:sp>
        <p:nvSpPr>
          <p:cNvPr id="7183" name="Text Placeholder 25">
            <a:extLst>
              <a:ext uri="{FF2B5EF4-FFF2-40B4-BE49-F238E27FC236}">
                <a16:creationId xmlns:a16="http://schemas.microsoft.com/office/drawing/2014/main" id="{B8C26D43-3971-4B32-9403-96D3E3AC5656}"/>
              </a:ext>
            </a:extLst>
          </p:cNvPr>
          <p:cNvSpPr txBox="1">
            <a:spLocks noChangeArrowheads="1"/>
          </p:cNvSpPr>
          <p:nvPr/>
        </p:nvSpPr>
        <p:spPr bwMode="white">
          <a:xfrm>
            <a:off x="3048092" y="1969248"/>
            <a:ext cx="238125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lnSpc>
                <a:spcPts val="2200"/>
              </a:lnSpc>
              <a:spcAft>
                <a:spcPts val="600"/>
              </a:spcAft>
              <a:buFont typeface="Arial" panose="020B0604020202020204" pitchFamily="34" charset="0"/>
              <a:defRPr>
                <a:solidFill>
                  <a:schemeClr val="tx1"/>
                </a:solidFill>
                <a:latin typeface="Verdana" panose="020B0604030504040204" pitchFamily="34" charset="0"/>
              </a:defRPr>
            </a:lvl1pPr>
            <a:lvl2pPr marL="233363" indent="-228600">
              <a:lnSpc>
                <a:spcPts val="2000"/>
              </a:lnSpc>
              <a:spcAft>
                <a:spcPts val="600"/>
              </a:spcAft>
              <a:buClr>
                <a:schemeClr val="accent1"/>
              </a:buClr>
              <a:buFont typeface="Wingdings" panose="05000000000000000000" pitchFamily="2" charset="2"/>
              <a:buChar char="§"/>
              <a:defRPr sz="1600">
                <a:solidFill>
                  <a:schemeClr val="tx1"/>
                </a:solidFill>
                <a:latin typeface="Verdana" panose="020B0604030504040204" pitchFamily="34" charset="0"/>
              </a:defRPr>
            </a:lvl2pPr>
            <a:lvl3pPr marL="457200" indent="-223838">
              <a:lnSpc>
                <a:spcPts val="1600"/>
              </a:lnSpc>
              <a:spcAft>
                <a:spcPts val="600"/>
              </a:spcAft>
              <a:buClr>
                <a:schemeClr val="accent1"/>
              </a:buClr>
              <a:buFont typeface="Arial" panose="020B0604020202020204" pitchFamily="34" charset="0"/>
              <a:buChar char="•"/>
              <a:defRPr sz="1400">
                <a:solidFill>
                  <a:schemeClr val="tx1"/>
                </a:solidFill>
                <a:latin typeface="Verdana" panose="020B0604030504040204" pitchFamily="34" charset="0"/>
              </a:defRPr>
            </a:lvl3pPr>
            <a:lvl4pPr marL="690563" indent="-233363">
              <a:lnSpc>
                <a:spcPct val="90000"/>
              </a:lnSpc>
              <a:spcAft>
                <a:spcPts val="600"/>
              </a:spcAft>
              <a:buClr>
                <a:schemeClr val="accent1"/>
              </a:buClr>
              <a:buFont typeface="Arial" panose="020B0604020202020204" pitchFamily="34" charset="0"/>
              <a:buChar char="‒"/>
              <a:defRPr sz="1200">
                <a:solidFill>
                  <a:schemeClr val="tx1"/>
                </a:solidFill>
                <a:latin typeface="Verdana" panose="020B0604030504040204" pitchFamily="34" charset="0"/>
              </a:defRPr>
            </a:lvl4pPr>
            <a:lvl5pPr marL="2057400" indent="-228600">
              <a:lnSpc>
                <a:spcPct val="90000"/>
              </a:lnSpc>
              <a:spcBef>
                <a:spcPts val="500"/>
              </a:spcBef>
              <a:buFont typeface="Arial" panose="020B0604020202020204" pitchFamily="34" charset="0"/>
              <a:buChar char="•"/>
              <a:defRPr sz="1400">
                <a:solidFill>
                  <a:schemeClr val="tx1"/>
                </a:solidFill>
                <a:latin typeface="Verdana" panose="020B060403050404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400">
                <a:solidFill>
                  <a:schemeClr val="tx1"/>
                </a:solidFill>
                <a:latin typeface="Verdana" panose="020B0604030504040204" pitchFamily="34" charset="0"/>
              </a:defRPr>
            </a:lvl9pPr>
          </a:lstStyle>
          <a:p>
            <a:pPr marL="0" marR="0" lvl="0" indent="0" algn="l" defTabSz="914400" rtl="0" eaLnBrk="1" fontAlgn="auto" latinLnBrk="0" hangingPunct="1">
              <a:lnSpc>
                <a:spcPts val="2200"/>
              </a:lnSpc>
              <a:spcBef>
                <a:spcPts val="0"/>
              </a:spcBef>
              <a:spcAft>
                <a:spcPts val="600"/>
              </a:spcAft>
              <a:buClrTx/>
              <a:buSzTx/>
              <a:buFont typeface="Arial" panose="020B0604020202020204" pitchFamily="34" charset="0"/>
              <a:buNone/>
              <a:tabLst/>
              <a:defRPr/>
            </a:pPr>
            <a:r>
              <a:rPr kumimoji="0" lang="nl-NL" altLang="nl-NL" sz="1100" b="0" i="0" u="none" strike="noStrike" kern="1200" cap="none" spc="0" normalizeH="0" baseline="0" noProof="0">
                <a:ln>
                  <a:noFill/>
                </a:ln>
                <a:solidFill>
                  <a:srgbClr val="FFFFFF"/>
                </a:solidFill>
                <a:effectLst/>
                <a:uLnTx/>
                <a:uFillTx/>
                <a:latin typeface="Verdana" panose="020B0604030504040204" pitchFamily="34" charset="0"/>
                <a:ea typeface="+mn-ea"/>
                <a:cs typeface="+mn-cs"/>
              </a:rPr>
              <a:t>A4</a:t>
            </a:r>
          </a:p>
        </p:txBody>
      </p:sp>
      <p:sp>
        <p:nvSpPr>
          <p:cNvPr id="5" name="Rectangle 4">
            <a:extLst>
              <a:ext uri="{FF2B5EF4-FFF2-40B4-BE49-F238E27FC236}">
                <a16:creationId xmlns:a16="http://schemas.microsoft.com/office/drawing/2014/main" id="{4E726CED-1BAF-414A-893B-4626E9B6F2B4}"/>
              </a:ext>
            </a:extLst>
          </p:cNvPr>
          <p:cNvSpPr/>
          <p:nvPr/>
        </p:nvSpPr>
        <p:spPr>
          <a:xfrm>
            <a:off x="9499417" y="665162"/>
            <a:ext cx="2387783" cy="652358"/>
          </a:xfrm>
          <a:prstGeom prst="rect">
            <a:avLst/>
          </a:prstGeom>
        </p:spPr>
        <p:txBody>
          <a:bodyPr wrap="square">
            <a:spAutoFit/>
          </a:bodyPr>
          <a:lstStyle/>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Bachelor of Engineering in</a:t>
            </a:r>
          </a:p>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Computer Science</a:t>
            </a:r>
          </a:p>
          <a:p>
            <a:pPr marL="0" marR="0" lvl="0" indent="0" algn="ctr" defTabSz="914400" rtl="0" eaLnBrk="1" fontAlgn="auto" latinLnBrk="0" hangingPunct="1">
              <a:lnSpc>
                <a:spcPct val="114000"/>
              </a:lnSpc>
              <a:spcBef>
                <a:spcPts val="0"/>
              </a:spcBef>
              <a:spcAft>
                <a:spcPts val="0"/>
              </a:spcAft>
              <a:buClrTx/>
              <a:buSzTx/>
              <a:buFontTx/>
              <a:buNone/>
              <a:tabLst/>
              <a:defRPr/>
            </a:pPr>
            <a:r>
              <a:rPr kumimoji="0" lang="en-US" altLang="nl-NL"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2017 - 2021</a:t>
            </a:r>
          </a:p>
        </p:txBody>
      </p:sp>
      <p:sp>
        <p:nvSpPr>
          <p:cNvPr id="6" name="Rectangle 5">
            <a:extLst>
              <a:ext uri="{FF2B5EF4-FFF2-40B4-BE49-F238E27FC236}">
                <a16:creationId xmlns:a16="http://schemas.microsoft.com/office/drawing/2014/main" id="{1616387D-79C4-4D2C-8F4C-617036B1459A}"/>
              </a:ext>
            </a:extLst>
          </p:cNvPr>
          <p:cNvSpPr/>
          <p:nvPr/>
        </p:nvSpPr>
        <p:spPr>
          <a:xfrm>
            <a:off x="9232939" y="1337200"/>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nl-NL" sz="1200" b="1" i="0" u="none" strike="noStrike" kern="1200" cap="none" spc="0" normalizeH="0" baseline="0" noProof="0" dirty="0">
                <a:ln>
                  <a:noFill/>
                </a:ln>
                <a:solidFill>
                  <a:srgbClr val="0070AD"/>
                </a:solidFill>
                <a:effectLst/>
                <a:uLnTx/>
                <a:uFillTx/>
                <a:latin typeface="Verdana" panose="020B0604030504040204" pitchFamily="34" charset="0"/>
                <a:ea typeface="+mn-ea"/>
                <a:cs typeface="+mn-cs"/>
              </a:rPr>
              <a:t>Skills</a:t>
            </a:r>
            <a:endParaRPr kumimoji="0" lang="en-US" sz="1200" b="0" i="0" u="none" strike="noStrike" kern="1200" cap="none" spc="0" normalizeH="0" baseline="0" noProof="0" dirty="0">
              <a:ln>
                <a:noFill/>
              </a:ln>
              <a:solidFill>
                <a:prstClr val="black"/>
              </a:solidFill>
              <a:effectLst/>
              <a:uLnTx/>
              <a:uFillTx/>
              <a:latin typeface="Verdana"/>
              <a:ea typeface="+mn-ea"/>
              <a:cs typeface="+mn-cs"/>
            </a:endParaRPr>
          </a:p>
        </p:txBody>
      </p:sp>
      <p:pic>
        <p:nvPicPr>
          <p:cNvPr id="4" name="Picture Placeholder 3">
            <a:extLst>
              <a:ext uri="{FF2B5EF4-FFF2-40B4-BE49-F238E27FC236}">
                <a16:creationId xmlns:a16="http://schemas.microsoft.com/office/drawing/2014/main" id="{E110252D-F41B-4584-A383-2523FA3F08BF}"/>
              </a:ext>
            </a:extLst>
          </p:cNvPr>
          <p:cNvPicPr>
            <a:picLocks noGrp="1" noChangeAspect="1"/>
          </p:cNvPicPr>
          <p:nvPr>
            <p:ph type="pic" sz="quarter" idx="46"/>
          </p:nvPr>
        </p:nvPicPr>
        <p:blipFill>
          <a:blip r:embed="rId4">
            <a:extLst>
              <a:ext uri="{28A0092B-C50C-407E-A947-70E740481C1C}">
                <a14:useLocalDpi xmlns:a14="http://schemas.microsoft.com/office/drawing/2010/main" val="0"/>
              </a:ext>
            </a:extLst>
          </a:blip>
          <a:srcRect t="12222" b="12222"/>
          <a:stretch>
            <a:fillRect/>
          </a:stretch>
        </p:blipFill>
        <p:spPr>
          <a:xfrm>
            <a:off x="382588" y="236538"/>
            <a:ext cx="1735137" cy="1735137"/>
          </a:xfrm>
        </p:spPr>
      </p:pic>
    </p:spTree>
    <p:extLst>
      <p:ext uri="{BB962C8B-B14F-4D97-AF65-F5344CB8AC3E}">
        <p14:creationId xmlns:p14="http://schemas.microsoft.com/office/powerpoint/2010/main" val="362227586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u8VTg_P6rkuq_fbZG2oYX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PHldxlhBv0miWYXN6H8BT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hk.3W3rhiEqWtBDEsi7Xg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zTl75Tp2nEy_4PpazGLtVA"/>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1xI4A68crEiZSNCDbGy9gA"/>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Nl9qzkNXSk2ij_NoCuEf2A"/>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8jhdt9jI2kmDW3acO87diQ"/>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b7lR2ZPdT0GiqzvYZsxoow"/>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DDnGmnlJWUybweSHRV5zM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gQ5iGtRqU02KNLCmPGzp4A"/>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pDc8wFtNDQEWdRtOXF1QyRg"/>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pMtFIJDhqukmiZrrs7RIxOQ"/>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pBBk8lAE_1EizYsNCWPJyzQ"/>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pLSf6F_6IvUOzE1MWebP3wg"/>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plIkCAESggUqrdbLfjv5zDQ"/>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pwYnDl6hGIEiK2JQntAZnxg"/>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G_2012_Template">
  <a:themeElements>
    <a:clrScheme name="Capgemini colors">
      <a:dk1>
        <a:srgbClr val="263147"/>
      </a:dk1>
      <a:lt1>
        <a:sysClr val="window" lastClr="FFFFFF"/>
      </a:lt1>
      <a:dk2>
        <a:srgbClr val="998C85"/>
      </a:dk2>
      <a:lt2>
        <a:srgbClr val="909090"/>
      </a:lt2>
      <a:accent1>
        <a:srgbClr val="FFBC1D"/>
      </a:accent1>
      <a:accent2>
        <a:srgbClr val="E47E1A"/>
      </a:accent2>
      <a:accent3>
        <a:srgbClr val="AC2B37"/>
      </a:accent3>
      <a:accent4>
        <a:srgbClr val="762C7C"/>
      </a:accent4>
      <a:accent5>
        <a:srgbClr val="0098C7"/>
      </a:accent5>
      <a:accent6>
        <a:srgbClr val="B7BE16"/>
      </a:accent6>
      <a:hlink>
        <a:srgbClr val="A2BFAF"/>
      </a:hlink>
      <a:folHlink>
        <a:srgbClr val="AF1C63"/>
      </a:folHlink>
    </a:clrScheme>
    <a:fontScheme name="Capgemini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tx2"/>
          </a:solidFill>
        </a:ln>
      </a:spPr>
      <a:bodyPr rtlCol="0" anchor="ctr"/>
      <a:lstStyle>
        <a:defPPr algn="ctr">
          <a:defRPr sz="2400" dirty="0" err="1" smtClean="0">
            <a:solidFill>
              <a:schemeClr val="tx2">
                <a:lumMod val="50000"/>
              </a:schemeClr>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prstDash val="soli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1400" dirty="0" err="1" smtClean="0">
            <a:solidFill>
              <a:schemeClr val="tx2">
                <a:lumMod val="50000"/>
              </a:schemeClr>
            </a:solidFill>
          </a:defRPr>
        </a:defPPr>
      </a:lstStyle>
    </a:txDef>
  </a:objectDefaults>
  <a:extraClrSchemeLst/>
</a:theme>
</file>

<file path=ppt/theme/theme2.xml><?xml version="1.0" encoding="utf-8"?>
<a:theme xmlns:a="http://schemas.openxmlformats.org/drawingml/2006/main" name="2_Capgemini Master">
  <a:themeElements>
    <a:clrScheme name="Personnalisé 1">
      <a:dk1>
        <a:sysClr val="windowText" lastClr="000000"/>
      </a:dk1>
      <a:lt1>
        <a:srgbClr val="FFFFFF"/>
      </a:lt1>
      <a:dk2>
        <a:srgbClr val="2B143D"/>
      </a:dk2>
      <a:lt2>
        <a:srgbClr val="ECECEC"/>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template.potx" id="{19B96144-1B90-4243-8535-F36EF2586247}" vid="{2C859F1C-AF6F-49E9-BAD6-1D458EC0F9B7}"/>
    </a:ext>
  </a:extLst>
</a:theme>
</file>

<file path=ppt/theme/theme3.xml><?xml version="1.0" encoding="utf-8"?>
<a:theme xmlns:a="http://schemas.openxmlformats.org/drawingml/2006/main" name="Tema do Offic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apgemini Palette">
      <a:dk1>
        <a:sysClr val="windowText" lastClr="000000"/>
      </a:dk1>
      <a:lt1>
        <a:srgbClr val="FFFFFF"/>
      </a:lt1>
      <a:dk2>
        <a:srgbClr val="2B143D"/>
      </a:dk2>
      <a:lt2>
        <a:srgbClr val="E6E7E7"/>
      </a:lt2>
      <a:accent1>
        <a:srgbClr val="0070AD"/>
      </a:accent1>
      <a:accent2>
        <a:srgbClr val="12ABDB"/>
      </a:accent2>
      <a:accent3>
        <a:srgbClr val="2B143D"/>
      </a:accent3>
      <a:accent4>
        <a:srgbClr val="FF304C"/>
      </a:accent4>
      <a:accent5>
        <a:srgbClr val="95E616"/>
      </a:accent5>
      <a:accent6>
        <a:srgbClr val="00C37B"/>
      </a:accent6>
      <a:hlink>
        <a:srgbClr val="88D5ED"/>
      </a:hlink>
      <a:folHlink>
        <a:srgbClr val="7E39BA"/>
      </a:folHlink>
    </a:clrScheme>
    <a:fontScheme name="Capgemini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33155D503BFC942A57BA969F1C4EED5" ma:contentTypeVersion="13" ma:contentTypeDescription="Create a new document." ma:contentTypeScope="" ma:versionID="c80b1f7ea370ae896a5b6e523a0cf15c">
  <xsd:schema xmlns:xsd="http://www.w3.org/2001/XMLSchema" xmlns:xs="http://www.w3.org/2001/XMLSchema" xmlns:p="http://schemas.microsoft.com/office/2006/metadata/properties" xmlns:ns3="25289c4b-8fd1-4155-b56f-82d6fa13afd3" xmlns:ns4="c43bfbf7-b5f8-4451-8464-ef79a2e28ca1" targetNamespace="http://schemas.microsoft.com/office/2006/metadata/properties" ma:root="true" ma:fieldsID="376fee7e205f44b9967171b065daf661" ns3:_="" ns4:_="">
    <xsd:import namespace="25289c4b-8fd1-4155-b56f-82d6fa13afd3"/>
    <xsd:import namespace="c43bfbf7-b5f8-4451-8464-ef79a2e28ca1"/>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289c4b-8fd1-4155-b56f-82d6fa13afd3"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43bfbf7-b5f8-4451-8464-ef79a2e28ca1"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79773B3-BEED-4422-883D-E6632C7C7120}">
  <ds:schemaRefs>
    <ds:schemaRef ds:uri="http://schemas.microsoft.com/sharepoint/v3/contenttype/forms"/>
  </ds:schemaRefs>
</ds:datastoreItem>
</file>

<file path=customXml/itemProps2.xml><?xml version="1.0" encoding="utf-8"?>
<ds:datastoreItem xmlns:ds="http://schemas.openxmlformats.org/officeDocument/2006/customXml" ds:itemID="{5430857F-5B57-4BA6-87F2-356B3F6438EF}">
  <ds:schemaRefs>
    <ds:schemaRef ds:uri="http://purl.org/dc/elements/1.1/"/>
    <ds:schemaRef ds:uri="http://schemas.microsoft.com/office/2006/metadata/properties"/>
    <ds:schemaRef ds:uri="http://schemas.microsoft.com/office/2006/documentManagement/types"/>
    <ds:schemaRef ds:uri="25289c4b-8fd1-4155-b56f-82d6fa13afd3"/>
    <ds:schemaRef ds:uri="http://purl.org/dc/terms/"/>
    <ds:schemaRef ds:uri="c43bfbf7-b5f8-4451-8464-ef79a2e28ca1"/>
    <ds:schemaRef ds:uri="http://purl.org/dc/dcmitype/"/>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53A1F87-ED7F-4CA8-8D06-B3888A424E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289c4b-8fd1-4155-b56f-82d6fa13afd3"/>
    <ds:schemaRef ds:uri="c43bfbf7-b5f8-4451-8464-ef79a2e28ca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ppt-template_Capgemini-2020 (7)</Template>
  <TotalTime>2141</TotalTime>
  <Words>181</Words>
  <Application>Microsoft Office PowerPoint</Application>
  <PresentationFormat>Widescreen</PresentationFormat>
  <Paragraphs>51</Paragraphs>
  <Slides>1</Slides>
  <Notes>1</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7" baseType="lpstr">
      <vt:lpstr>Arial</vt:lpstr>
      <vt:lpstr>Verdana</vt:lpstr>
      <vt:lpstr>Wingdings</vt:lpstr>
      <vt:lpstr>1_CG_2012_Template</vt:lpstr>
      <vt:lpstr>2_Capgemini Master</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ppt template</dc:subject>
  <dc:creator>Bapat, Rashmi</dc:creator>
  <cp:lastModifiedBy>Vernekar, Nihal</cp:lastModifiedBy>
  <cp:revision>108</cp:revision>
  <dcterms:created xsi:type="dcterms:W3CDTF">2020-09-22T06:24:34Z</dcterms:created>
  <dcterms:modified xsi:type="dcterms:W3CDTF">2022-06-30T20:14:11Z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0x010100C33155D503BFC942A57BA969F1C4EED5</vt:lpwstr>
  </property>
</Properties>
</file>